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754" autoAdjust="0"/>
    <p:restoredTop sz="94660"/>
  </p:normalViewPr>
  <p:slideViewPr>
    <p:cSldViewPr snapToGrid="0">
      <p:cViewPr>
        <p:scale>
          <a:sx n="75" d="100"/>
          <a:sy n="75" d="100"/>
        </p:scale>
        <p:origin x="1550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7:45:56.5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2002 694 24575,'-227'11'0,"-8"-3"0,-152 2 0,370-14 0,17 4 0,0-1 0,0 1 0,-1 0 0,1-1 0,0 1 0,0 0 0,0-1 0,0 1 0,0 0 0,0-1 0,0 1 0,0 0 0,0-1 0,0 1 0,0 0 0,0-1 0,0 1 0,0 0 0,0-1 0,0 1 0,1 0 0,-1-1 0,0 1 0,0 0 0,0 0 0,0-1 0,1 1 0,-1 0 0,1-1 0,28-25 0,-23 21 0,83-58 0,2 4 0,195-93 0,-258 138 0,60-24 0,-78 34 0,0 1 0,1 0 0,-1 0 0,1 1 0,-1 1 0,16-1 0,-16 4 0,-11 2 0,-16 6 0,-162 59 0,-93 40 0,-80 26 0,329-131 0,22-4 0,1 0 0,-1 0 0,1-1 0,-1 1 0,1 0 0,-1 0 0,1 0 0,-1 0 0,1 0 0,-1-1 0,1 1 0,-1 0 0,1 0 0,-1-1 0,1 1 0,0 0 0,-1-1 0,1 1 0,0 0 0,-1-1 0,1 1 0,0 0 0,-1-2 0,1 0 0,0 0 0,0-1 0,0 1 0,0 0 0,0-1 0,0 1 0,1 0 0,-1 0 0,1-1 0,0 1 0,0 0 0,0 0 0,0 0 0,0 0 0,2-2 0,11-22 0,2 1 0,0 0 0,2 2 0,1 0 0,22-21 0,8-2 0,60-43 0,-105 86 0,0-1 0,0 1 0,-1 0 0,1-1 0,-1 0 0,4-5 0,-6 9 0,-1 0 0,0-1 0,0 1 0,0 0 0,0-1 0,0 1 0,1 0 0,-1 0 0,0-1 0,0 1 0,0 0 0,0-1 0,0 1 0,0 0 0,0 0 0,0-1 0,0 1 0,0 0 0,0-1 0,0 1 0,0 0 0,0 0 0,0-1 0,-1 1 0,1 0 0,0-1 0,0 1 0,0 0 0,0 0 0,0-1 0,-1 1 0,1 0 0,0 0 0,0 0 0,0-1 0,-1 1 0,-21-2 0,-30 10 0,-75 23 0,53-12 0,18-5 0,2 2 0,0 3 0,-59 29 0,111-47 0,-30 12 0,18-13 0,14 0 0,-1 0 0,1 0 0,0-1 0,0 1 0,-1 0 0,1-1 0,0 1 0,0 0 0,0-1 0,0 1 0,-1 0 0,1-1 0,0 1 0,0 0 0,0-1 0,0 1 0,0 0 0,0-1 0,0 1 0,0-1 0,0 1 0,0 0 0,0-1 0,0 1 0,0 0 0,0-1 0,0 1 0,0-1 0,1 1 0,-1 0 0,0-1 0,0 1 0,1-1 0,4-7 0,0 1 0,0-1 0,1 1 0,0 0 0,1 0 0,0 1 0,0-1 0,14-8 0,6-7 0,29-23 0,-35 30 0,-2-1 0,36-36 0,-55 52 0,0 0 0,0 0 0,0 0 0,1 0 0,-1 0 0,0-1 0,0 1 0,0 0 0,1 0 0,-1 0 0,0-1 0,0 1 0,0 0 0,0 0 0,0-1 0,0 1 0,0 0 0,0 0 0,1 0 0,-1-1 0,0 1 0,0 0 0,0 0 0,0-1 0,0 1 0,0 0 0,0-1 0,-1 1 0,1 0 0,0 0 0,0 0 0,0-1 0,0 1 0,0 0 0,0 0 0,0-1 0,0 1 0,-1 0 0,1 0 0,0 0 0,0-1 0,0 1 0,0 0 0,-1 0 0,1 0 0,0 0 0,-1-1 0,-17-2 0,-22 8 0,-7 7 0,0 3 0,1 2 0,1 1 0,1 3 0,-43 27 0,83-46 0,0 1 0,-1-1 0,0 0 0,1-1 0,-10 3 0,14-4 0,-1 0 0,1 1 0,0-1 0,-1 0 0,1 0 0,0 0 0,0 0 0,-1 0 0,1 0 0,0 0 0,-1 0 0,1-1 0,0 1 0,0 0 0,-1 0 0,1 0 0,0 0 0,0 0 0,-1 0 0,1 0 0,0-1 0,0 1 0,-1 0 0,1 0 0,0 0 0,0-1 0,0 1 0,-1 0 0,1 0 0,0 0 0,0-1 0,0 1 0,0 0 0,0 0 0,-1-1 0,1 1 0,8-20 0,4 3 0,1 0 0,1 1 0,1 1 0,0 0 0,22-16 0,35-35 0,-71 66 0,0-1 0,0 0 0,0 0 0,0 1 0,-1-1 0,1 0 0,0 0 0,0 0 0,-1 0 0,1 0 0,-1 0 0,1 0 0,-1 0 0,1 0 0,-1 0 0,0 0 0,1 0 0,-1 0 0,0-1 0,0 1 0,0 0 0,0 0 0,0 0 0,0 0 0,0-2 0,-1 2 0,0 0 0,0 1 0,0-1 0,0 0 0,0 0 0,0 1 0,0-1 0,0 1 0,0-1 0,0 1 0,-1-1 0,1 1 0,0 0 0,0-1 0,0 1 0,-1 0 0,1 0 0,-2 0 0,-9 0 0,0 1 0,0 0 0,-17 3 0,-10 7 0,1 1 0,0 3 0,-66 33 0,96-43 0,5-3 0,0-1 0,0 1 0,0 0 0,0-1 0,0 0 0,-1 0 0,1 0 0,0 0 0,-1 0 0,1 0 0,-1-1 0,-3 0 0,6 0 0,1 0 0,0-1 0,-1 1 0,1-1 0,0 1 0,0-1 0,0 1 0,0 0 0,-1-1 0,1 1 0,0-1 0,0 1 0,0-1 0,0 1 0,0-1 0,0 1 0,0-1 0,0 1 0,0 0 0,1-1 0,-1 1 0,0-1 0,0 1 0,0-1 0,0 1 0,1-1 0,-1 1 0,0 0 0,0-1 0,1 1 0,-1 0 0,0-1 0,0 1 0,1 0 0,-1-1 0,1 1 0,-1 0 0,0-1 0,1 1 0,-1 0 0,1 0 0,17-18 0,14-8 0,-20 18 0,0-1 0,-1-1 0,0 0 0,0-1 0,-1 0 0,-1 0 0,14-22 0,-23 33 0,1-1 0,-1 1 0,0-1 0,0 1 0,0-1 0,1 0 0,-1 1 0,0-1 0,0 1 0,0-1 0,0 0 0,0 1 0,0-1 0,0 0 0,0 1 0,0-1 0,0 1 0,-1-1 0,1 0 0,0 1 0,0-1 0,0 1 0,-1-1 0,1 1 0,0-1 0,-1 1 0,1-1 0,-1 1 0,1-1 0,0 1 0,-1-1 0,1 1 0,-1 0 0,1-1 0,-1 1 0,1 0 0,-1-1 0,0 1 0,1 0 0,-1 0 0,1-1 0,-1 1 0,0 0 0,1 0 0,-1 0 0,1 0 0,-1 0 0,0 0 0,0 0 0,-39 0 0,33 0 0,-99 10 0,60-4 0,161-42 0,-105 33 0,6-1 0,1 0 0,0 0 0,-1 2 0,2 0 0,-1 1 0,0 1 0,18 2 0,-33-2 0,-1 0 0,0 0 0,0 0 0,0 0 0,0 0 0,0 0 0,0 1 0,-1-1 0,1 0 0,0 1 0,0-1 0,0 1 0,0-1 0,0 1 0,0-1 0,-1 1 0,1 0 0,0-1 0,0 1 0,-1 0 0,1 0 0,0 0 0,-1-1 0,1 1 0,-1 0 0,1 0 0,-1 0 0,0 0 0,1 0 0,-1 1 0,0 0 0,0 0 0,-1 0 0,1 0 0,-1 0 0,0 0 0,0 0 0,0 0 0,0-1 0,0 1 0,0 0 0,0-1 0,0 1 0,0 0 0,-2 0 0,-7 8 0,0-1 0,0-1 0,-16 12 0,-267 151 0,287-168 0,0 0 0,0-1 0,0 1 0,-1-1 0,1-1 0,-13 2 0,19-3 0,-1 0 0,0 0 0,1 1 0,-1-1 0,1 0 0,-1-1 0,0 1 0,1 0 0,-1 0 0,0 0 0,1 0 0,-1 0 0,0-1 0,1 1 0,-1 0 0,1-1 0,-1 1 0,1 0 0,-1-1 0,1 1 0,-1 0 0,1-1 0,-1 1 0,1-1 0,-1 1 0,1-1 0,0 1 0,-1-2 0,1 1 0,0-1 0,0 0 0,0 0 0,0 1 0,1-1 0,-1 0 0,0 1 0,1-1 0,0 0 0,-1 1 0,1-1 0,0 0 0,0 1 0,0-1 0,0 1 0,1-2 0,6-7 0,-1 1 0,2 0 0,-1 0 0,1 1 0,1 0 0,-1 0 0,1 1 0,1 1 0,-1 0 0,1 0 0,0 1 0,0 0 0,1 1 0,11-3 0,-9 3 0,1 1 0,-1 0 0,0 1 0,1 1 0,-1 0 0,1 1 0,-1 0 0,1 1 0,-1 1 0,0 0 0,22 7 0,-32-8 0,-1 1 0,1-1 0,-1 1 0,0 0 0,0 0 0,0 0 0,0 0 0,0 1 0,0-1 0,0 1 0,-1-1 0,0 1 0,1 0 0,-1 0 0,0 0 0,0 1 0,-1-1 0,1 0 0,0 1 0,-1-1 0,0 1 0,0-1 0,0 1 0,-1 0 0,1-1 0,-1 1 0,0 0 0,0 0 0,0-1 0,0 1 0,-1 0 0,1-1 0,-1 1 0,0 0 0,0-1 0,0 1 0,-1-1 0,1 1 0,-1-1 0,0 0 0,0 0 0,0 0 0,0 0 0,-5 5 0,3-4 0,1 0 0,-1 0 0,0 0 0,-1 0 0,1 0 0,-1-1 0,1 0 0,-1 0 0,0-1 0,-10 5 0,13-7 0,-1 1 0,1-1 0,-1 1 0,1-1 0,-1 0 0,1 0 0,-1-1 0,1 1 0,-1 0 0,1-1 0,-1 1 0,1-1 0,-1 0 0,1 0 0,0 0 0,0 0 0,-1 0 0,1 0 0,0-1 0,0 1 0,0-1 0,0 0 0,0 1 0,1-1 0,-1 0 0,-2-3 0,-1-3 0,0 1 0,1-1 0,0 1 0,0-1 0,1 0 0,0-1 0,0 1 0,1-1 0,0 1 0,0-1 0,1 0 0,0 1 0,1-1 0,0-11 0,0 15 0,0-1 0,1 1 0,0 0 0,-1 0 0,2 0 0,-1 0 0,1 0 0,-1 0 0,1 0 0,1 0 0,-1 1 0,1-1 0,0 1 0,0 0 0,0 0 0,0 0 0,1 0 0,-1 0 0,1 1 0,0-1 0,0 1 0,1 0 0,-1 1 0,0-1 0,8-3 0,-11 6 0,1-1 0,-1 1 0,1-1 0,-1 1 0,0-1 0,1 1 0,-1 0 0,1 0 0,-1 0 0,1 0 0,-1 0 0,1 0 0,-1 0 0,1 0 0,-1 1 0,0-1 0,1 0 0,-1 1 0,1-1 0,-1 1 0,0 0 0,0-1 0,3 3 0,-2-2 0,-1 1 0,0 0 0,1 0 0,-1 0 0,0 0 0,0 0 0,0 0 0,0 0 0,-1 0 0,1 0 0,0 0 0,-1 1 0,0-1 0,1 3 0,-1 1 0,0 1 0,0-1 0,0 1 0,-1 0 0,1-1 0,-2 1 0,1-1 0,-1 1 0,-4 10 0,2-13 0,1 1 0,0-1 0,-1 0 0,0 0 0,0 0 0,0 0 0,-1-1 0,1 0 0,-1 0 0,0 0 0,0 0 0,-5 1 0,-9 4 0,-36 10 0,36-13 0,0 0 0,-1-1 0,0-1 0,0-1 0,1-1 0,-1 0 0,-23-4 0,41 3 0,0 0 0,1 0 0,-1-1 0,0 1 0,1 0 0,-1-1 0,0 0 0,1 1 0,-1-1 0,1 0 0,-1 0 0,1 0 0,-1 0 0,1 0 0,0 0 0,-1 0 0,1-1 0,0 1 0,0 0 0,0-1 0,0 1 0,0-1 0,0 1 0,1-1 0,-1 0 0,0 1 0,1-1 0,-1 0 0,1 1 0,-1-1 0,1 0 0,0 1 0,0-1 0,0 0 0,0 0 0,0 1 0,0-1 0,1-3 0,0 0 0,1 0 0,-1 0 0,1 0 0,0 0 0,0 0 0,0 0 0,1 1 0,0-1 0,-1 1 0,2 0 0,4-7 0,5 1 0,0-1 0,1 2 0,0-1 0,1 2 0,-1 0 0,2 1 0,-1 0 0,1 1 0,0 1 0,0 1 0,0 0 0,1 1 0,-1 1 0,1 0 0,0 1 0,0 1 0,-1 1 0,1 0 0,0 1 0,-1 1 0,1 0 0,23 9 0,-36-10 0,0 0 0,0 0 0,0 0 0,0 0 0,-1 0 0,1 1 0,-1-1 0,0 1 0,0 0 0,0 0 0,0 0 0,0 1 0,0-1 0,-1 1 0,0-1 0,0 1 0,0 0 0,0 0 0,0 0 0,-1 0 0,0 0 0,0 0 0,0 1 0,0-1 0,-1 0 0,1 0 0,-1 1 0,0-1 0,-1 0 0,1 1 0,-1-1 0,0 0 0,0 0 0,0 0 0,0 0 0,-1 0 0,1 0 0,-5 7 0,-1 2 0,-1-1 0,0 0 0,-1 0 0,0-1 0,-21 19 0,24-24 0,-1 0 0,1-1 0,-2 0 0,1-1 0,0 0 0,-1 0 0,0 0 0,0-1 0,0 0 0,0-1 0,-12 3 0,18-5 0,0 1 0,0-1 0,0 0 0,0 0 0,0 0 0,0 0 0,0 0 0,0-1 0,0 1 0,0 0 0,0-1 0,0 0 0,0 1 0,1-1 0,-1 0 0,0 0 0,0 0 0,1 0 0,-1 0 0,0-1 0,-2-1 0,2 0 0,0 0 0,1 0 0,-1 1 0,1-1 0,-1 0 0,1 0 0,0 0 0,0-1 0,0 1 0,1 0 0,-1 0 0,1-5 0,-1 0 0,1 0 0,1 0 0,-1 0 0,1 0 0,1 0 0,-1 0 0,2 1 0,-1-1 0,1 1 0,5-12 0,1 6 0,1 1 0,0 0 0,1 1 0,1 0 0,-1 0 0,2 1 0,-1 1 0,1 0 0,1 1 0,-1 0 0,1 1 0,16-5 0,8-2 0,1 1 0,0 2 0,57-9 0,-65 15 0,0 2 0,51 0 0,-71 4 0,-1-1 0,1 2 0,0-1 0,-1 1 0,1 1 0,-1 0 0,0 0 0,0 1 0,0 1 0,0-1 0,10 8 0,-18-10 0,1 0 0,-1 0 0,0 0 0,1 0 0,-1 0 0,0 0 0,-1 0 0,1 1 0,0-1 0,-1 1 0,1-1 0,-1 1 0,0 0 0,0-1 0,0 1 0,0 0 0,0 0 0,0 0 0,-1 0 0,0 0 0,0 0 0,1 0 0,-2 0 0,1 0 0,0 0 0,0 0 0,-1 0 0,0-1 0,0 1 0,0 0 0,0 0 0,-2 5 0,-2 1 0,-1 0 0,0 0 0,0 0 0,-1-1 0,0 0 0,0 0 0,0-1 0,-10 7 0,-30 20 0,-1-2 0,-2-3 0,-1-2 0,-1-1 0,-1-4 0,-1-1 0,0-3 0,-70 13 0,102-26 0,0-1 0,0-1 0,-1-1 0,1-1 0,0-1 0,-32-4 0,48 3 0,-1 0 0,1 0 0,-1-1 0,1 0 0,0 0 0,0-1 0,0 0 0,0 0 0,0 0 0,0-1 0,1 1 0,0-2 0,0 1 0,0 0 0,0-1 0,1 0 0,-1 0 0,1 0 0,1-1 0,-1 1 0,1-1 0,0 0 0,0 0 0,0 0 0,-1-9 0,2 9 0,1 0 0,0 1 0,1-1 0,-1 0 0,1 1 0,0-1 0,1 0 0,-1 1 0,1-1 0,0 0 0,0 1 0,1-1 0,0 1 0,0-1 0,0 1 0,1 0 0,0 0 0,0 0 0,0 0 0,0 1 0,1-1 0,-1 1 0,1 0 0,1 0 0,5-5 0,4-2 0,0 1 0,1 0 0,0 1 0,1 0 0,0 2 0,0 0 0,19-6 0,-1 3 0,0 2 0,1 1 0,0 1 0,0 2 0,71 1 0,-81 4 0,-1 1 0,1 2 0,-1 0 0,0 1 0,0 2 0,0 0 0,-1 1 0,0 2 0,29 16 0,-42-20 0,0 1 0,0 0 0,-1 1 0,0 0 0,-1 1 0,0 0 0,0 0 0,0 1 0,-1 0 0,-1 0 0,0 0 0,0 1 0,-1 0 0,0 0 0,-1 0 0,-1 1 0,0 0 0,0-1 0,-1 1 0,0 0 0,-1 0 0,-1 0 0,0 0 0,0 1 0,-4 17 0,2-22 0,-1-1 0,1 1 0,-2-1 0,1 0 0,-1 0 0,0 0 0,-1 0 0,0-1 0,0 0 0,0 0 0,0 0 0,-1 0 0,0-1 0,-1 0 0,1 0 0,-1-1 0,-8 5 0,-9 3 0,0 0 0,-1-1 0,-45 13 0,56-20 0,-2 0 0,1 0 0,0-2 0,0 0 0,-1 0 0,1-2 0,-22-1 0,31 1 0,-1-2 0,1 1 0,0-1 0,-1 0 0,1 0 0,0-1 0,0 1 0,0-2 0,1 1 0,-1 0 0,1-1 0,-1 0 0,1-1 0,1 1 0,-1-1 0,1 0 0,-1 0 0,1 0 0,-5-10 0,2 4 0,1-1 0,0-1 0,1 1 0,1-1 0,0 0 0,0 0 0,2 0 0,-3-25 0,4 29 0,1 0 0,0-1 0,1 1 0,0-1 0,0 1 0,1 0 0,0 0 0,1-1 0,0 1 0,0 1 0,1-1 0,0 1 0,9-14 0,0 6 0,1 0 0,1 2 0,0-1 0,0 2 0,2 0 0,-1 0 0,2 2 0,0 0 0,25-11 0,-1 4 0,1 1 0,1 2 0,54-11 0,-72 20 0,2 1 0,-1 1 0,1 1 0,-1 2 0,1 1 0,53 6 0,-71-4 0,0 0 0,0 0 0,0 1 0,0 0 0,-1 1 0,1 0 0,-1 1 0,0 0 0,0 0 0,-1 1 0,1 0 0,-1 1 0,-1 0 0,1 0 0,-1 0 0,0 1 0,-1 0 0,0 1 0,0-1 0,-1 1 0,7 14 0,-8-14 0,0 1 0,-1 0 0,0 0 0,0 0 0,-1 0 0,-1 0 0,1 0 0,-2 1 0,1-1 0,-1 0 0,-1 1 0,0-1 0,-1 0 0,1 1 0,-5 9 0,2-9 0,0-1 0,-1 1 0,-1-1 0,0 0 0,0-1 0,-1 1 0,0-1 0,-1 0 0,1-1 0,-2 0 0,1 0 0,-1-1 0,-14 9 0,-13 6 0,-1-2 0,-1-2 0,0-1 0,-1-2 0,-1-2 0,-78 16 0,18-13 0,-173 6 0,211-19 0,-1-4 0,-105-13 0,145 10 0,0-1 0,1-2 0,-1 0 0,-26-13 0,36 14 0,0-1 0,1-1 0,0 0 0,0 0 0,1-2 0,0 1 0,-18-21 0,23 23 0,0-1 0,1 1 0,0-1 0,0 0 0,1-1 0,0 1 0,0-1 0,1 0 0,0 0 0,1 0 0,0 0 0,0 0 0,1 0 0,0 0 0,1-1 0,0 1 0,0 0 0,1-1 0,0 1 0,1 0 0,0 0 0,1 0 0,-1 0 0,2 0 0,-1 0 0,1 1 0,0 0 0,1 0 0,0 0 0,0 0 0,1 1 0,7-8 0,7-3 10,1 1 0,0 0 0,1 2 0,1 0 0,0 2 0,1 0 0,1 2 0,0 1 0,0 1 0,1 1 0,44-8 0,-7 5-381,1 4-1,0 2 1,115 7 0,-155 0-6455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7:46:48.3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949 472 24575,'-24'1'0,"-1"2"0,-27 5 0,-13 2 0,-150 3 0,178-13 0,0-2 0,1-1 0,-66-16 0,102 19 0,0 0 0,0 0 0,-1 0 0,1 0 0,0 0 0,0 0 0,0 0 0,0 0 0,0 0 0,0 0 0,0 0 0,0 0 0,0 0 0,0 0 0,-1 0 0,1 0 0,0 0 0,0 0 0,0 0 0,0 0 0,0 0 0,0 0 0,0 0 0,0 0 0,0 0 0,0-1 0,0 1 0,0 0 0,0 0 0,0 0 0,0 0 0,0 0 0,0 0 0,0 0 0,0 0 0,0 0 0,0 0 0,0 0 0,0-1 0,0 1 0,0 0 0,0 0 0,0 0 0,0 0 0,0 0 0,0 0 0,0 0 0,0 0 0,0 0 0,0 0 0,0-1 0,0 1 0,0 0 0,0 0 0,0 0 0,0 0 0,0 0 0,0 0 0,0 0 0,0 0 0,1 0 0,-1 0 0,0 0 0,8-6 0,15-4 0,85-24 0,183-33 0,-191 47 0,-79 15 0,173-30 0,-159 30 0,1 2 0,0 2 0,51 4 0,-60 5 0,-22 0 0,-18 1 0,-12 0 0,0-1 0,-1-2 0,0-1 0,-29 3 0,13-2 0,-77 12 0,0-5 0,-147-3 0,266-10 0,0 0 0,0 0 0,-1 0 0,1 0 0,0 0 0,0 0 0,-1 0 0,1 0 0,0 0 0,0 0 0,-1 0 0,1 0 0,0 0 0,0 0 0,0 0 0,-1 0 0,1 0 0,0 0 0,0 0 0,-1 0 0,1 0 0,0 0 0,0-1 0,0 1 0,-1 0 0,1 0 0,0 0 0,0 0 0,0 0 0,0-1 0,-1 1 0,1 0 0,0 0 0,0 0 0,0-1 0,0 1 0,0 0 0,0 0 0,0-1 0,0 1 0,0 0 0,0 0 0,0-1 0,0 1 0,-1 0 0,2 0 0,-1 0 0,0-1 0,0 1 0,0 0 0,0-1 0,12-14 0,28-16 0,-38 29 0,46-30 0,2 2 0,1 2 0,1 2 0,1 3 0,2 1 0,0 4 0,1 1 0,0 4 0,107-13 0,-149 25 0,41-2 0,-52 3 0,1 0 0,-1 0 0,1 0 0,-1 1 0,1 0 0,-1 0 0,0 0 0,1 0 0,-1 0 0,0 0 0,0 1 0,3 2 0,-5-4 0,-1 1 0,1 0 0,-1-1 0,0 1 0,0 0 0,1-1 0,-1 1 0,0 0 0,0-1 0,0 1 0,0 0 0,0 0 0,0-1 0,0 1 0,0 0 0,0 0 0,0-1 0,0 1 0,0 0 0,0 0 0,-1-1 0,1 1 0,0 0 0,-1-1 0,1 1 0,0 0 0,-1-1 0,1 1 0,-1-1 0,1 1 0,-1-1 0,1 1 0,-1-1 0,1 1 0,-1-1 0,0 1 0,0 0 0,-27 21 0,-1-4 0,-2 0 0,0-2 0,-50 18 0,-105 27 0,154-51 0,-82 24 0,-1-4 0,-218 26 0,307-54 0,18-3 0,15-2 0,140-34 0,1 8 0,185-14 0,-299 40 0,-16 0 0,0 2 0,1 0 0,-1 1 0,0 0 0,22 5 0,-36-2 0,-9 0 0,-14 2 0,-212 31 0,-241 7 0,288-30 0,105-6 0,-126 6 0,219-22 0,1 0 0,29-13 0,433-167 0,-346 148 0,236-43 0,-345 81 0,-2-2 0,0 2 0,0 1 0,0 0 0,0 2 0,0 0 0,28 4 0,-46-4 0,0 0 0,-1 1 0,1-1 0,-1 1 0,1-1 0,0 1 0,-1 0 0,0-1 0,1 1 0,-1 0 0,1 0 0,1 2 0,-3-3 0,0 0 0,0 1 0,1-1 0,-1 0 0,0 1 0,0-1 0,0 1 0,0-1 0,0 0 0,1 1 0,-1-1 0,0 1 0,0-1 0,0 0 0,0 1 0,0-1 0,0 1 0,0-1 0,0 1 0,-1-1 0,1 0 0,0 1 0,0-1 0,0 1 0,0-1 0,0 0 0,-1 1 0,1-1 0,0 1 0,-3 1 0,1 0 0,0 0 0,0 0 0,-1 0 0,1 0 0,-1 0 0,0-1 0,1 1 0,-1-1 0,-6 2 0,-23 7 0,0-1 0,-1-2 0,-51 4 0,-103-2 0,145-8 0,-266-2 0,308 1 0,0 0 0,0 0 0,0 0 0,0 0 0,0 0 0,0 0 0,0 0 0,0 0 0,0 0 0,0 0 0,0 0 0,0 0 0,0 0 0,0 0 0,0 0 0,0 0 0,0-1 0,1 1 0,-1 0 0,0 0 0,0 0 0,0 0 0,0 0 0,0 0 0,0 0 0,0 0 0,0 0 0,0 0 0,0 0 0,0 0 0,0 0 0,0 0 0,0-1 0,0 1 0,0 0 0,0 0 0,0 0 0,0 0 0,0 0 0,0 0 0,0 0 0,-1 0 0,1 0 0,0 0 0,0 0 0,0 0 0,0 0 0,0 0 0,0 0 0,0 0 0,0-1 0,12-5 0,20-6 0,4 2 0,1 1 0,0 2 0,0 1 0,0 2 0,1 1 0,0 3 0,-1 1 0,1 1 0,-1 2 0,1 2 0,-1 1 0,44 16 0,-77-22 0,27 12 0,-30-12 0,0-1 0,0 0 0,0 1 0,0-1 0,0 1 0,0 0 0,0-1 0,0 1 0,0 0 0,0 0 0,0-1 0,-1 1 0,1 0 0,0 0 0,-1 0 0,1 0 0,-1 0 0,1 0 0,-1 0 0,1 0 0,-1 0 0,1 2 0,-2-2 0,1 0 0,0-1 0,-1 1 0,1 0 0,-1 0 0,0-1 0,1 1 0,-1 0 0,0-1 0,1 1 0,-1 0 0,0-1 0,0 1 0,1-1 0,-1 1 0,0-1 0,0 0 0,0 1 0,0-1 0,0 0 0,0 0 0,0 0 0,-1 1 0,-28 4 0,25-5 0,-143 11 0,-257-15 0,363 3 0,2 0 0,0-1 0,0-2 0,0-2 0,-39-10 0,78 15 0,-1 1 0,1 0 0,-1-1 0,1 0 0,-1 1 0,1-1 0,-1 0 0,1 0 0,0 0 0,-1 0 0,1 0 0,0 0 0,0 0 0,0 0 0,-1 0 0,1 0 0,0-1 0,-1-1 0,2 2 0,0 0 0,0-1 0,-1 1 0,1 0 0,0 0 0,0 0 0,0-1 0,0 1 0,0 0 0,1 0 0,-1-1 0,0 1 0,1 0 0,-1 0 0,0 0 0,1 0 0,-1 0 0,2-2 0,1-2 0,1 1 0,0-1 0,-1 1 0,1 0 0,1 0 0,-1 0 0,0 1 0,10-6 0,3 1 0,0 0 0,0 1 0,1 0 0,0 2 0,0 0 0,0 1 0,1 0 0,22 0 0,-29 3 0,0 1 0,1 0 0,-1 1 0,0 0 0,0 1 0,0 0 0,0 1 0,0 0 0,-1 1 0,1 0 0,-1 1 0,0 1 0,17 10 0,-26-15 0,-1-1 0,0 1 0,0 0 0,0-1 0,0 1 0,0 0 0,0 0 0,0 0 0,0 0 0,0-1 0,-1 1 0,1 1 0,0-1 0,0 0 0,-1 0 0,1 0 0,-1 0 0,1 0 0,-1 1 0,1-1 0,-1 0 0,0 0 0,0 1 0,0-1 0,1 0 0,-1 0 0,0 1 0,-1-1 0,1 0 0,0 1 0,0-1 0,0 0 0,-1 0 0,1 1 0,-1-1 0,1 0 0,-1 0 0,1 0 0,-1 0 0,0 0 0,0 0 0,1 0 0,-1 0 0,0 0 0,0 0 0,0 0 0,0 0 0,0 0 0,-2 0 0,-4 5 0,-2-1 0,1 0 0,-1 0 0,0-1 0,-10 3 0,-24 9 0,-57 12 0,83-24 0,0-1 0,0 0 0,0-2 0,0 0 0,-1-1 0,-28-4 0,43 4 0,-1-1 0,0 0 0,0 0 0,0 0 0,1-1 0,-1 1 0,1-1 0,-1 0 0,1 0 0,0 0 0,0-1 0,0 1 0,0-1 0,0 1 0,0-1 0,1 0 0,-1 0 0,1 0 0,0-1 0,0 1 0,0 0 0,0-1 0,0 1 0,1-1 0,0 0 0,0 0 0,-1-7 0,1 7 0,1-1 0,0 1 0,0-1 0,0 0 0,0 1 0,1-1 0,0 1 0,0 0 0,0-1 0,0 1 0,1 0 0,0-1 0,0 1 0,0 0 0,0 0 0,1 1 0,-1-1 0,1 0 0,0 1 0,0 0 0,1-1 0,-1 1 0,7-4 0,5-3 0,1 2 0,0 0 0,0 1 0,32-10 0,-39 14 0,-1 1 0,1 0 0,0 1 0,-1-1 0,1 2 0,0-1 0,0 1 0,0 1 0,0 0 0,-1 0 0,17 4 0,-23-4 0,1 0 0,0 1 0,-1-1 0,1 1 0,-1-1 0,0 1 0,0 0 0,1 0 0,-1 0 0,0 0 0,-1 0 0,1 0 0,0 0 0,-1 1 0,1-1 0,-1 1 0,0-1 0,1 1 0,-1 0 0,0-1 0,-1 1 0,1 0 0,-1 0 0,1-1 0,-1 1 0,0 0 0,0 0 0,0 0 0,0 0 0,0 0 0,-1-1 0,1 1 0,-2 4 0,0 1 0,0-1 0,-1 1 0,0 0 0,0-1 0,-1 0 0,0 0 0,0 0 0,0 0 0,-1 0 0,-10 10 0,-1-4 0,0 0 0,-1 0 0,0-1 0,-1-2 0,-1 1 0,0-2 0,0-1 0,0 0 0,-1-1 0,0-2 0,-1 0 0,1 0 0,-1-2 0,-24 1 0,44-4 0,0 0 0,0 0 0,0 0 0,0 0 0,0 0 0,0 0 0,0-1 0,0 1 0,0 0 0,0 0 0,0-1 0,0 1 0,0-1 0,1 1 0,-1-1 0,0 1 0,0-1 0,0 1 0,0-1 0,1 0 0,-1 1 0,0-1 0,1 0 0,-1 0 0,0 1 0,0-3 0,1 1 0,-1 0 0,1 0 0,0 0 0,-1 0 0,1 1 0,0-1 0,0 0 0,1 0 0,-1 0 0,0 0 0,1 0 0,-1 0 0,2-2 0,1-5 0,1 0 0,0 1 0,1-1 0,9-13 0,-2 9 0,0 0 0,0 1 0,2 0 0,0 1 0,0 1 0,0 0 0,2 1 0,-1 0 0,1 1 0,0 1 0,1 1 0,-1 0 0,1 1 0,0 1 0,1 0 0,-1 2 0,1 0 0,32 0 0,-46 3 0,0-1 0,-1 1 0,1 0 0,-1 0 0,1 0 0,-1 1 0,0-1 0,0 1 0,1 0 0,-1 0 0,0 0 0,0 0 0,-1 0 0,1 1 0,0-1 0,2 4 0,-4-4 0,0-1 0,0 1 0,0-1 0,-1 0 0,1 1 0,0 0 0,-1-1 0,1 1 0,-1-1 0,0 1 0,1 0 0,-1-1 0,0 1 0,0 0 0,0-1 0,0 1 0,0 0 0,-1-1 0,1 1 0,0 0 0,-1-1 0,1 1 0,-1-1 0,0 1 0,1-1 0,-1 1 0,0-1 0,0 1 0,0-1 0,0 0 0,0 1 0,0-1 0,-1 0 0,1 0 0,0 0 0,-1 0 0,-1 1 0,-9 7-97,-1-1-1,0 0 1,0-1-1,-1-1 1,0 0-1,0 0 1,0-2-1,-1 0 1,1 0-1,-1-2 1,0 1-1,0-2 0,-17 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7:47:16.6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167 575 24575,'-16'40'0,"-2"-1"0,-34 55 0,17-32 0,22-38 0,0-3 0,10-15 0,5-8 0,10-10 0,1 0 0,0 1 0,1 0 0,0 1 0,0 0 0,1 1 0,1 1 0,-1 1 0,1 0 0,0 0 0,1 2 0,0 0 0,-1 1 0,1 1 0,1 1 0,-1 0 0,19 1 0,-28 1 0,-1 1 0,1 0 0,-1 1 0,0-1 0,0 1 0,0 1 0,0-1 0,0 1 0,0 1 0,-1-1 0,12 9 0,-14-9 0,0 1 0,0-1 0,0 1 0,-1 0 0,0 0 0,1 0 0,-2 0 0,1 1 0,0-1 0,-1 1 0,0-1 0,0 1 0,0 0 0,0 0 0,-1 0 0,0 0 0,1 10 0,-2-13 0,-1 1 0,1 0 0,-1-1 0,1 1 0,-1-1 0,0 1 0,0 0 0,0-1 0,0 0 0,-1 1 0,1-1 0,-1 0 0,1 0 0,-1 1 0,0-1 0,0-1 0,0 1 0,0 0 0,0 0 0,0-1 0,0 1 0,0-1 0,-1 0 0,-3 2 0,-7 3 0,0 0 0,-1-1 0,-16 4 0,15-5 0,0 0 0,0-1 0,-1-1 0,1-1 0,-1 0 0,0-1 0,-18-2 0,28 2 0,1-1 0,-1 0 0,1-1 0,-1 1 0,1-1 0,0 0 0,0-1 0,0 1 0,0-1 0,0 0 0,1 0 0,-1 0 0,1-1 0,0 1 0,0-1 0,0 0 0,0 0 0,1-1 0,0 1 0,-1-1 0,2 0 0,-1 0 0,-2-7 0,2 6 0,1-1 0,0 0 0,0 0 0,0 0 0,1 0 0,1 0 0,-1 0 0,1 0 0,0-1 0,0 1 0,1 0 0,0 0 0,1 0 0,-1 0 0,1 0 0,1 1 0,-1-1 0,1 0 0,4-6 0,-2 5 0,1 0 0,0 0 0,0 1 0,1-1 0,0 1 0,0 1 0,0 0 0,1 0 0,0 0 0,0 1 0,1 0 0,-1 1 0,16-6 0,-11 5 0,1 1 0,0 0 0,0 1 0,0 1 0,0 0 0,1 1 0,17 0 0,-27 2 0,-1-1 0,0 1 0,0-1 0,0 1 0,0 0 0,0 1 0,0-1 0,0 1 0,0 0 0,0 0 0,-1 0 0,7 4 0,-8-3 0,0-1 0,0 0 0,0 1 0,-1-1 0,1 1 0,0 0 0,-1-1 0,0 1 0,0 0 0,0 0 0,0 0 0,0 0 0,0 0 0,-1 0 0,1 0 0,-1 0 0,0 0 0,0 0 0,-1 5 0,0-4 0,0-1 0,0 1 0,0-1 0,0 1 0,0-1 0,-1 0 0,0 0 0,0 0 0,0 0 0,0 0 0,0 0 0,0 0 0,-1-1 0,1 1 0,-1-1 0,0 1 0,0-1 0,0 0 0,0 0 0,0-1 0,-5 3 0,-6 3 0,-1-2 0,1 1 0,-25 4 0,18-4 0,0-2 0,-1-1 0,0 0 0,1-1 0,-1-2 0,0 0 0,0-1 0,0-1 0,-35-9 0,55 10 0,-1 0 0,0 0 0,0-1 0,0 0 0,1 1 0,-1-1 0,1 0 0,-1 0 0,1 0 0,0 0 0,0-1 0,0 1 0,0 0 0,0-1 0,1 0 0,-1 1 0,1-1 0,-1 0 0,1 0 0,0 0 0,0 0 0,0 0 0,1 0 0,-1 0 0,1 0 0,0 0 0,-1 0 0,1 0 0,1 0 0,-1 0 0,0-1 0,2-2 0,0-7 0,0 0 0,2 0 0,-1 1 0,2-1 0,-1 1 0,9-15 0,-7 17 0,0 1 0,0-1 0,1 1 0,1 1 0,-1-1 0,1 1 0,1 1 0,-1-1 0,1 1 0,1 1 0,9-6 0,-13 9 0,-1 0 0,1 0 0,0 0 0,0 1 0,0 0 0,0 0 0,1 1 0,-1 0 0,0 0 0,1 0 0,-1 1 0,1 0 0,-1 0 0,0 1 0,1 0 0,-1 0 0,0 0 0,1 1 0,-1 0 0,11 4 0,-14-4 0,0 0 0,0 0 0,-1-1 0,1 2 0,0-1 0,-1 0 0,0 0 0,1 1 0,-1-1 0,0 1 0,0 0 0,0 0 0,-1 0 0,1 0 0,-1 0 0,2 6 0,-1-4 0,-1 1 0,0 0 0,-1 0 0,1 0 0,-1 0 0,0 0 0,-1 0 0,-1 11 0,-2-3 0,0 0 0,0 0 0,-1-1 0,-1 0 0,0 0 0,-1 0 0,-10 12 0,15-21 0,-17 20 0,18-23 0,0 0 0,0 0 0,0 0 0,0 0 0,0 0 0,0 0 0,0 0 0,-1-1 0,1 1 0,0 0 0,0-1 0,-1 1 0,1-1 0,0 1 0,-1-1 0,1 1 0,-3-1 0,4-1 0,-1 1 0,0-1 0,0 1 0,0-1 0,0 0 0,1 0 0,-1 1 0,0-1 0,1 0 0,-1 0 0,0 0 0,1 0 0,-1 0 0,1 0 0,0 0 0,-1 0 0,1 0 0,0 0 0,0 0 0,-1 0 0,1 0 0,0 0 0,0 0 0,0-1 0,-2-32 0,2 30 0,0-3 0,1 1 0,0-1 0,0 1 0,0 0 0,1-1 0,0 1 0,0 0 0,0 0 0,1 0 0,0 0 0,0 0 0,1 1 0,-1-1 0,1 1 0,0 0 0,1 0 0,-1 0 0,1 1 0,0 0 0,0 0 0,1 0 0,-1 0 0,1 1 0,0 0 0,-1 0 0,1 0 0,1 1 0,-1 0 0,0 0 0,0 1 0,1 0 0,-1 0 0,1 0 0,-1 1 0,1 0 0,12 1 0,-17-1 0,1 1 0,0-1 0,-1 1 0,1 0 0,0 0 0,-1 0 0,1 0 0,-1 0 0,0 0 0,1 1 0,-1-1 0,0 1 0,0-1 0,1 1 0,-2 0 0,1 0 0,0 0 0,3 5 0,-2-3 0,-1 1 0,0 0 0,0 0 0,0 0 0,-1 0 0,1 0 0,-1 0 0,0 0 0,0 8 0,-1 1 0,0 0 0,-1 0 0,0 0 0,-1-1 0,-1 1 0,-7 22 0,7-29 0,0-1 0,0 0 0,0 0 0,-1 0 0,1 0 0,-2 0 0,1-1 0,-1 0 0,1 0 0,-11 8 0,12-10 0,-1-1 0,1 1 0,-1-1 0,0 0 0,0 0 0,0 0 0,0-1 0,0 1 0,-1-1 0,1 0 0,0 0 0,-1 0 0,1-1 0,0 0 0,-1 0 0,1 0 0,-9-1 0,10 0 0,0 0 0,0-1 0,1 1 0,-1-1 0,0 1 0,1-1 0,0 0 0,-1 0 0,1 0 0,0 0 0,0 0 0,0 0 0,0-1 0,0 1 0,1-1 0,-1 1 0,1-1 0,-1 0 0,1 0 0,0 1 0,0-1 0,0 0 0,0-4 0,-2-5 0,1 0 0,0 0 0,1 0 0,1-18 0,0 17 0,2 0 0,0 0 0,0 0 0,1 1 0,1-1 0,0 1 0,1 0 0,0 0 0,13-21 0,-16 29 0,1-1 0,0 1 0,0-1 0,1 1 0,-1 0 0,1 0 0,0 1 0,0-1 0,0 1 0,0 0 0,0 0 0,1 0 0,0 0 0,0 1 0,-1 0 0,1 0 0,0 0 0,1 1 0,-1-1 0,0 1 0,0 1 0,1-1 0,-1 1 0,0 0 0,1 0 0,9 1 0,-14 0 0,1-1 0,0 1 0,0 0 0,0 0 0,0-1 0,0 1 0,-1 0 0,1 1 0,0-1 0,-1 0 0,1 0 0,-1 1 0,1-1 0,-1 1 0,0-1 0,0 1 0,0-1 0,2 4 0,-1-1 0,0 0 0,0 1 0,-1 0 0,1-1 0,-1 1 0,0 0 0,0 8 0,0-7 0,-1 1 0,0-1 0,0 1 0,-1 0 0,0-1 0,0 1 0,0-1 0,-1 0 0,0 1 0,0-1 0,-6 10 0,5-12 0,0 0 0,-1 0 0,1-1 0,-1 1 0,1-1 0,-1 0 0,0 0 0,-1-1 0,1 1 0,0-1 0,-1 0 0,1 0 0,-1 0 0,0-1 0,1 1 0,-1-1 0,0 0 0,0-1 0,0 1 0,0-1 0,0 0 0,0 0 0,-7-1 0,6 0 0,0 0 0,0-1 0,1 1 0,-1-1 0,0 0 0,1-1 0,-1 1 0,1-1 0,0 0 0,0 0 0,0-1 0,0 0 0,0 0 0,1 0 0,0 0 0,0 0 0,0-1 0,-6-10 0,3 3 0,2-1 0,-1 0 0,2 0 0,0 0 0,-3-18 0,5 25 0,1-1 0,0 0 0,0 1 0,1-1 0,0 0 0,1 1 0,-1-1 0,1 0 0,0 0 0,1 1 0,-1-1 0,2 1 0,1-7 0,-1 10 0,-1 0 0,1 0 0,0 0 0,0 0 0,0 0 0,0 0 0,1 1 0,-1 0 0,0-1 0,1 1 0,0 0 0,0 1 0,-1-1 0,1 1 0,0 0 0,0 0 0,0 0 0,0 0 0,0 1 0,1-1 0,-1 1 0,0 0 0,0 1 0,0-1 0,0 1 0,0-1 0,0 1 0,7 3 0,-8-4 0,0 1 0,-1 0 0,1 0 0,0 0 0,-1 0 0,1 0 0,-1 1 0,1-1 0,-1 1 0,0 0 0,1-1 0,-1 1 0,0 0 0,0 0 0,-1 0 0,1 1 0,0-1 0,-1 0 0,1 1 0,-1-1 0,0 1 0,1-1 0,-1 1 0,-1 0 0,1 0 0,0-1 0,-1 1 0,1 0 0,-1 0 0,0 0 0,0-1 0,0 1 0,0 0 0,0 0 0,-1 0 0,1 0 0,-1-1 0,0 1 0,0 0 0,0-1 0,-3 6 0,1-4 0,0 1 0,0-1 0,-1 0 0,0 0 0,0 0 0,0 0 0,0-1 0,-1 0 0,1 0 0,-1 0 0,0 0 0,0-1 0,0 1 0,-6 1 0,3-1 0,-1 0 0,1-1 0,-1 0 0,0 0 0,0-1 0,0 0 0,-17-1 0,23 0 0,1 0 0,-1-1 0,0 0 0,1 1 0,-1-1 0,1 0 0,-1 0 0,1-1 0,0 1 0,-1 0 0,1-1 0,0 0 0,0 1 0,0-1 0,0 0 0,0 0 0,-2-4 0,1 2 0,0-1 0,1 1 0,-1-1 0,1 0 0,0 0 0,1 0 0,-1 0 0,1 0 0,-1-6 0,1 6 0,1 0 0,-1-1 0,1 1 0,0-1 0,0 1 0,0-1 0,1 1 0,0-1 0,0 1 0,0 0 0,1 0 0,0-1 0,0 1 0,0 0 0,1 0 0,-1 1 0,1-1 0,6-7 0,-4 8 0,-1 0 0,1 1 0,0 0 0,0 0 0,0 0 0,0 1 0,0-1 0,0 1 0,1 0 0,-1 1 0,1-1 0,0 1 0,-1 0 0,1 1 0,0-1 0,0 1 0,-1 0 0,8 1 0,-9 0 0,1 0 0,-1 0 0,1 1 0,-1-1 0,0 1 0,1 0 0,-1 0 0,0 1 0,0-1 0,-1 1 0,1 0 0,0 0 0,-1 0 0,0 0 0,0 0 0,0 1 0,0 0 0,0-1 0,-1 1 0,1 0 0,-1 0 0,3 8 0,-3-6 0,0 1 0,0-1 0,0 0 0,-1 0 0,0 1 0,-1-1 0,1 1 0,-1-1 0,0 0 0,-1 1 0,1-1 0,-1 1 0,-1-1 0,1 0 0,-1 0 0,-3 8 0,3-9 0,-1 0 0,0-1 0,0 0 0,0 0 0,0 0 0,-1 0 0,1 0 0,-1-1 0,0 1 0,0-1 0,0 0 0,-1 0 0,1-1 0,-1 1 0,1-1 0,-1 0 0,0 0 0,0-1 0,0 1 0,0-1 0,-5 0 0,7 0 0,1-1 0,-1 0 0,1 0 0,0 0 0,-1 0 0,1 0 0,-1 0 0,1-1 0,0 1 0,-1-1 0,1 0 0,0 1 0,-1-1 0,1 0 0,0 0 0,0-1 0,0 1 0,0 0 0,-3-3 0,2 0 0,0 1 0,0-1 0,0 1 0,1-1 0,-1 0 0,1 0 0,0 0 0,0 0 0,-2-9 0,1 0 0,0 0 0,1-1 0,0 1 0,1-1 0,0 1 0,2-18 0,0 27 0,0 0 0,0 0 0,0 0 0,0 0 0,1 0 0,0 0 0,-1 0 0,1 1 0,1-1 0,-1 0 0,0 1 0,1 0 0,0 0 0,0 0 0,0 0 0,0 0 0,0 0 0,1 1 0,-1-1 0,1 1 0,-1 0 0,1 0 0,0 1 0,0-1 0,0 1 0,0 0 0,0 0 0,0 0 0,0 0 0,1 1 0,-1-1 0,0 1 0,0 0 0,0 1 0,1-1 0,-1 1 0,0 0 0,0 0 0,0 0 0,0 0 0,0 1 0,0-1 0,-1 1 0,1 0 0,6 5 0,-7-4 0,0 1 0,0-1 0,0 1 0,-1 0 0,1 0 0,-1 0 0,0 0 0,-1 0 0,1 0 0,-1 0 0,1 1 0,-1-1 0,0 1 0,-1-1 0,1 1 0,-1-1 0,0 1 0,0-1 0,-1 1 0,0 6 0,0-3 0,-1-1 0,1 1 0,-1-1 0,0 0 0,-1 0 0,0 0 0,0 0 0,-1 0 0,1-1 0,-2 1 0,-7 9 0,8-12 0,-1 0 0,1 0 0,-1 0 0,0-1 0,0 0 0,-1 0 0,1 0 0,0 0 0,-12 3 0,15-6 0,1 1 0,-1-1 0,0 1 0,0-1 0,1 0 0,-1 0 0,0 0 0,0 0 0,1 0 0,-1 0 0,0 0 0,0-1 0,1 1 0,-1-1 0,0 1 0,1-1 0,-1 0 0,1 1 0,-1-1 0,0 0 0,1 0 0,0 0 0,-1 0 0,1-1 0,0 1 0,-1 0 0,1 0 0,0-1 0,0 1 0,0-1 0,0 1 0,0-1 0,1 1 0,-1-1 0,0 0 0,1 1 0,-1-4 0,-1-2 0,0 1 0,1-1 0,0 0 0,1 0 0,-1 0 0,2 0 0,-1 0 0,0 1 0,1-1 0,1 0 0,-1 0 0,1 0 0,0 1 0,0-1 0,1 1 0,0 0 0,0 0 0,4-6 0,-4 8 0,0-1 0,1 1 0,-1 1 0,0-1 0,1 0 0,0 1 0,0 0 0,0 0 0,0 0 0,1 0 0,-1 1 0,1 0 0,-1 0 0,1 0 0,0 0 0,0 1 0,0-1 0,0 1 0,0 1 0,0-1 0,0 1 0,0 0 0,0 0 0,0 0 0,5 1 0,-8 0 0,0-1 0,0 0 0,0 0 0,0 1 0,0 0 0,-1-1 0,1 1 0,0 0 0,0 0 0,-1-1 0,1 1 0,0 1 0,-1-1 0,1 0 0,-1 0 0,0 1 0,1-1 0,-1 0 0,0 1 0,0-1 0,0 1 0,0 0 0,0-1 0,0 1 0,0 0 0,-1 0 0,1-1 0,-1 1 0,1 0 0,-1 0 0,1 0 0,-1 0 0,0 0 0,0 0 0,0 0 0,0 0 0,-1-1 0,1 1 0,0 0 0,-1 2 0,-1 1 0,1 0 0,-1-1 0,1 1 0,-1-1 0,0 1 0,-1-1 0,1 0 0,-1 1 0,0-1 0,0 0 0,0-1 0,-1 1 0,1-1 0,-7 5 0,6-5 0,1 0 0,-1-1 0,-1 1 0,1-1 0,0 0 0,-1 0 0,1-1 0,-1 1 0,1-1 0,-1 0 0,1 0 0,-1-1 0,0 1 0,0-1 0,1 0 0,-1 0 0,0-1 0,0 1 0,1-1 0,-1 0 0,0 0 0,1-1 0,-1 0 0,1 1 0,0-1 0,0-1 0,-1 1 0,1-1 0,1 1 0,-1-1 0,0 0 0,1 0 0,-1-1 0,1 1 0,0-1 0,0 0 0,0 0 0,1 0 0,0 0 0,-1 0 0,1 0 0,-2-9 0,0 4 0,1 0 0,0-1 0,1 1 0,0-1 0,0 1 0,1-1 0,0 0 0,2-16 0,-1 22 0,1 0 0,-1 1 0,1-1 0,0 1 0,0-1 0,1 1 0,-1-1 0,1 1 0,0 0 0,0 0 0,0 0 0,0 0 0,0 0 0,0 0 0,1 0 0,0 1 0,-1-1 0,1 1 0,0 0 0,0 0 0,0 0 0,1 0 0,-1 1 0,0-1 0,1 1 0,3-1 0,-1-1 0,1 1 0,0 1 0,0-1 0,-1 1 0,1 0 0,0 1 0,0-1 0,0 1 0,0 1 0,0 0 0,0 0 0,0 0 0,0 0 0,-1 1 0,1 0 0,-1 1 0,1 0 0,11 6 0,-12-4 0,1 0 0,-1 0 0,-1 1 0,1 0 0,-1 0 0,0 0 0,0 1 0,0-1 0,-1 1 0,0 0 0,-1 1 0,0-1 0,0 0 0,0 1 0,-1 0 0,2 9 0,-2-3 0,0-1 0,-1 1 0,-1-1 0,0 1 0,0 0 0,-2-1 0,0 1 0,0 0 0,-1-1 0,-1 0 0,0 0 0,-8 16 0,9-21 0,-1 0 0,0 0 0,-1-1 0,0 0 0,0 0 0,-1 0 0,1 0 0,-1-1 0,-1 0 0,1 0 0,-1-1 0,0 1 0,-1-1 0,1-1 0,-1 0 0,0 0 0,0 0 0,0-1 0,0 0 0,-11 2 0,16-5 0,1 0 0,-1 1 0,0-1 0,1 0 0,-1 0 0,1-1 0,-1 1 0,1 0 0,-1-1 0,1 1 0,-1-1 0,1 0 0,-1 0 0,1 0 0,0 0 0,0-1 0,-1 1 0,1 0 0,0-1 0,-2-2 0,0 0 0,1 0 0,-1 0 0,1-1 0,0 1 0,1-1 0,-1 1 0,1-1 0,0 0 0,-3-8 0,2 4 0,1 0 0,0 0 0,1 1 0,0-1 0,0 0 0,1 0 0,0 0 0,0 0 0,1 0 0,1 0 0,3-16 0,-1 18 0,0 0 0,0 1 0,0-1 0,1 1 0,0 1 0,0-1 0,0 1 0,1-1 0,0 1 0,0 1 0,0-1 0,1 1 0,7-3 0,-8 3 0,0 1 0,0 1 0,0-1 0,0 1 0,0 0 0,1 0 0,-1 1 0,1 0 0,-1 0 0,1 1 0,-1-1 0,1 1 0,0 1 0,-1-1 0,11 3 0,-16-2 0,1-1 0,-1 1 0,0-1 0,1 1 0,-1-1 0,0 1 0,0 0 0,1 0 0,-1 0 0,0 0 0,0 0 0,0 0 0,0 0 0,0 0 0,0 0 0,0 0 0,-1 1 0,1-1 0,0 0 0,-1 0 0,1 1 0,0 1 0,0 0 0,-1-1 0,0 1 0,0 0 0,0-1 0,0 1 0,0 0 0,-1 0 0,1-1 0,-1 1 0,1-1 0,-3 5 0,1-2 0,0 0 0,0 0 0,-1-1 0,1 1 0,-1-1 0,0 1 0,-1-1 0,1 0 0,-1 0 0,0-1 0,0 1 0,-5 3 0,8-6 0,-1 0 0,0 0 0,0 1 0,-1-1 0,1 0 0,0-1 0,0 1 0,0 0 0,-1-1 0,1 1 0,0-1 0,-1 0 0,1 0 0,0 0 0,-1 0 0,1 0 0,0 0 0,-1-1 0,1 1 0,0-1 0,0 1 0,-1-1 0,1 0 0,0 0 0,0 0 0,0 0 0,-3-2 0,2-1 0,0 1 0,0-1 0,0 0 0,0 0 0,1 0 0,0 0 0,0-1 0,0 1 0,0 0 0,1-1 0,-1 1 0,0-8 0,-11-69 0,12 72 0,1-1 0,0 1 0,0 0 0,1 0 0,0 0 0,4-17 0,-3 22 0,0 1 0,0-1 0,0 1 0,0 0 0,0 0 0,1 0 0,-1 0 0,1 0 0,0 0 0,0 1 0,0-1 0,0 1 0,1 0 0,-1 0 0,1 0 0,-1 0 0,1 1 0,-1 0 0,1-1 0,0 1 0,0 1 0,0-1 0,-1 0 0,1 1 0,5 0 0,-5-1 0,0 1 0,0 0 0,0 0 0,1 0 0,-1 1 0,0-1 0,0 1 0,0 0 0,0 0 0,0 1 0,0-1 0,-1 1 0,1 0 0,0 0 0,-1 0 0,1 0 0,-1 1 0,0-1 0,0 1 0,0 0 0,0 0 0,0 0 0,3 5 0,-3-3 0,-1 0 0,0 0 0,-1-1 0,1 1 0,-1 0 0,0 1 0,0-1 0,0 0 0,-1 0 0,1 0 0,-1 0 0,-1 1 0,1-1 0,-1 0 0,0 0 0,0 0 0,0 0 0,-4 7 0,4-8 0,-1 0 0,0-1 0,-1 1 0,1-1 0,0 0 0,-1 0 0,0 0 0,0 0 0,0 0 0,0-1 0,0 1 0,-1-1 0,1 0 0,-1 0 0,1 0 0,-1 0 0,0-1 0,0 1 0,1-1 0,-1 0 0,0 0 0,0-1 0,0 1 0,-6-1 0,8 0 0,1 0 0,0-1 0,-1 1 0,1-1 0,-1 1 0,1-1 0,0 1 0,-1-1 0,1 0 0,0 0 0,0 0 0,0 0 0,-1 0 0,1 0 0,0 0 0,0 0 0,1 0 0,-1 0 0,0 0 0,0-1 0,0 1 0,1 0 0,-1-1 0,1 1 0,-1-1 0,1 1 0,-1 0 0,1-1 0,0 1 0,0-1 0,0 1 0,0-1 0,0-1 0,-1-7 0,0-1 0,1 1 0,2-14 0,-1 16 0,0 0 0,1 0 0,0 0 0,1 0 0,-1 0 0,2 1 0,-1-1 0,9-13 0,-9 17 0,0 0 0,0 0 0,0 0 0,0 0 0,1 1 0,0 0 0,-1-1 0,1 2 0,0-1 0,1 0 0,-1 1 0,0-1 0,1 1 0,-1 0 0,1 1 0,6-2 0,-10 3 0,0-1 0,0 1 0,1 0 0,-1 0 0,0 0 0,0 0 0,0 0 0,0 1 0,1-1 0,-1 0 0,0 0 0,0 1 0,0-1 0,0 1 0,0-1 0,0 1 0,0-1 0,0 1 0,0 0 0,0-1 0,0 1 0,0 0 0,1 1 0,0 0 0,-1 1 0,1-1 0,-1 1 0,1 0 0,-1 0 0,0-1 0,0 1 0,2 6 0,-2 0 0,1 1 0,-1-1 0,-1 1 0,1-1 0,-2 10 0,0-12 0,-1 0 0,1-1 0,-1 1 0,0-1 0,-1 1 0,1-1 0,-1 0 0,0 0 0,-1 0 0,0 0 0,0-1 0,0 1 0,0-1 0,-1 0 0,0 0 0,0-1 0,0 0 0,0 0 0,-1 0 0,0 0 0,0-1 0,-7 4 0,12-7 0,1 0 0,-1 0 0,0 0 0,1 1 0,-1-1 0,1 0 0,-1 0 0,0 0 0,1 0 0,-1 0 0,1 0 0,-1 0 0,0 0 0,1 0 0,-1 0 0,1-1 0,-1 1 0,0 0 0,1 0 0,-1-1 0,1 1 0,-1 0 0,1-1 0,-1 1 0,1 0 0,-1-1 0,1 1 0,-1-1 0,1 1 0,-1-1 0,-5-22 0,10-23 0,-2 39 0,1 0 0,0 1 0,0-1 0,0 0 0,1 1 0,0 0 0,0 0 0,1 0 0,-1 0 0,1 0 0,0 1 0,8-6 0,-11 9 0,0 0 0,0 0 0,1 1 0,-1-1 0,0 1 0,1-1 0,-1 1 0,1 0 0,0 0 0,-1 0 0,1 0 0,0 0 0,0 1 0,-1-1 0,1 1 0,0 0 0,0 0 0,0 0 0,0 0 0,-1 0 0,1 0 0,0 1 0,0 0 0,-1-1 0,1 1 0,0 0 0,-1 0 0,1 1 0,0-1 0,-1 0 0,0 1 0,1-1 0,-1 1 0,4 3 0,-3 0 0,1-1 0,-1 0 0,0 1 0,0-1 0,0 1 0,-1 0 0,0 0 0,0 0 0,0 0 0,0 1 0,-1-1 0,0 0 0,0 1 0,0-1 0,-1 1 0,0-1 0,0 7 0,0-8 0,-1 1 0,0-1 0,1 1 0,-2-1 0,1 0 0,0 1 0,-1-1 0,0 0 0,0 0 0,0 0 0,0 0 0,-1 0 0,1 0 0,-1-1 0,0 1 0,0-1 0,-1 0 0,1 0 0,-1 0 0,-6 4 0,3-3 0,0 0 0,-1-1 0,1 0 0,-1 0 0,0-1 0,0 0 0,0 0 0,0 0 0,-10-1 0,16 0 0,0-2 0,-1 1 0,1 0 0,0 0 0,0-1 0,-1 1 0,1-1 0,0 1 0,0-1 0,0 0 0,0 0 0,0 0 0,0 0 0,0-1 0,0 1 0,0 0 0,1-1 0,-1 1 0,0-1 0,1 0 0,-1 1 0,1-1 0,0 0 0,-1 0 0,1 0 0,0 0 0,0 0 0,1 0 0,-1 0 0,0-1 0,1 1 0,-1 0 0,1 0 0,-1 0 0,1-1 0,0-3 0,0-5 0,1 0 0,0 1 0,0-1 0,1 1 0,1-1 0,0 1 0,0 0 0,1 0 0,0 0 0,0 1 0,1-1 0,1 1 0,-1 0 0,12-12 0,-12 14 0,0 1 0,0 0 0,1 0 0,0 1 0,0-1 0,0 1 0,1 1 0,0-1 0,0 1 0,0 0 0,0 1 0,1 0 0,-1 0 0,1 0 0,0 1 0,0 0 0,0 1 0,0 0 0,13-1 0,-19 3 0,1-1 0,-1 1 0,0 0 0,0-1 0,1 1 0,-1 0 0,0 0 0,0 1 0,0-1 0,0 0 0,0 1 0,-1-1 0,1 1 0,0-1 0,-1 1 0,1 0 0,-1 0 0,1 0 0,-1 0 0,0 0 0,0 0 0,0 0 0,0 0 0,0 0 0,-1 0 0,1 1 0,0-1 0,-1 0 0,0 1 0,0-1 0,0 5 0,1 3 0,-1 0 0,0 0 0,0-1 0,-1 1 0,-1 0 0,-3 13 0,2-11 0,-2-1 0,1 1 0,-2-1 0,0 0 0,0 0 0,-1-1 0,-15 19 0,18-24 0,0 0 0,-1-1 0,1 1 0,-1-1 0,0 0 0,-1-1 0,1 1 0,-1-1 0,1 0 0,-1 0 0,0-1 0,0 0 0,0 0 0,0 0 0,-1 0 0,1-1 0,-7 0 0,9-1 0,1 0 0,0-1 0,-1 0 0,1 1 0,0-1 0,0 0 0,0 0 0,0-1 0,0 1 0,0-1 0,0 0 0,0 1 0,0-1 0,1 0 0,-1-1 0,1 1 0,-1 0 0,1-1 0,0 1 0,0-1 0,0 0 0,0 0 0,1 0 0,-1 0 0,1 0 0,-1 0 0,1 0 0,0 0 0,0-1 0,0-3 0,-1-3 0,0 0 0,0 0 0,1-1 0,1 1 0,0 0 0,0-1 0,1 1 0,3-17 0,-1 16 0,1 1 0,0-1 0,1 1 0,0 0 0,0 0 0,1 0 0,1 1 0,-1 0 0,2 0 0,7-8 0,-12 13 0,1 1 0,0-1 0,-1 1 0,1 0 0,1 0 0,-1 0 0,0 0 0,1 1 0,-1 0 0,1 0 0,0 0 0,0 0 0,-1 1 0,1 0 0,0 0 0,0 0 0,1 0 0,-1 1 0,0 0 0,0 0 0,0 1 0,0-1 0,0 1 0,7 2 0,-9-1 0,0-1 0,0 1 0,0 0 0,0 0 0,0 1 0,-1-1 0,1 0 0,-1 1 0,0 0 0,0-1 0,0 1 0,0 0 0,0 0 0,-1 0 0,1 0 0,-1 0 0,0 1 0,0-1 0,0 0 0,0 1 0,-1-1 0,1 1 0,-1-1 0,0 0 0,0 5 0,0 3 0,0 0 0,-1 0 0,0 0 0,-1 0 0,0-1 0,-7 20 0,4-16 0,-2 0 0,1-1 0,-2 1 0,-14 18 0,18-26 0,0-1 0,0 0 0,-1-1 0,0 1 0,0-1 0,0 1 0,0-2 0,-1 1 0,0 0 0,1-1 0,-1 0 0,0-1 0,-7 3 0,11-5 0,1 1 0,0-1 0,-1 0 0,1 0 0,0 0 0,-1 0 0,1 0 0,0 0 0,-1 0 0,1 0 0,0 0 0,-1-1 0,1 1 0,0-1 0,0 1 0,-1-1 0,1 1 0,0-1 0,0 0 0,0 1 0,0-1 0,-2-1 0,2 0 0,-1 0 0,0-1 0,0 1 0,1-1 0,-1 1 0,1-1 0,0 1 0,0-1 0,-2-5 0,1-4 0,-1-1 0,2 1 0,-1-22 0,3 21 0,0 0 0,0 0 0,2 0 0,-1 0 0,2 1 0,0-1 0,0 1 0,1 0 0,1 0 0,10-17 0,-13 24 0,0 1 0,1-1 0,-1 1 0,1 0 0,0 0 0,0 0 0,0 0 0,1 1 0,0 0 0,-1 0 0,11-5 0,-11 7 0,0 0 0,0 0 0,0 0 0,0 1 0,0-1 0,0 1 0,0 0 0,0 0 0,0 0 0,0 1 0,0-1 0,0 1 0,0 0 0,0 0 0,0 1 0,-1-1 0,1 1 0,4 2 0,-4-2 0,0 1 0,0-1 0,-1 1 0,1 0 0,-1 0 0,0 0 0,0 1 0,0-1 0,0 1 0,-1-1 0,1 1 0,-1 0 0,0 0 0,0 0 0,0 0 0,-1 1 0,1-1 0,-1 0 0,0 1 0,-1-1 0,1 1 0,-1-1 0,1 1 0,-2-1 0,1 1 0,0-1 0,-2 8 0,-1 6 0,-2 0 0,1-1 0,-2 1 0,0-1 0,-13 24 0,8-21 0,0 0 0,-2-1 0,0 0 0,-16 17 0,21-27 0,-1 0 0,-1 0 0,1 0 0,-1-1 0,0-1 0,-1 0 0,0 0 0,-21 9 0,31-16 0,0 0 0,0 0 0,0 1 0,0-1 0,0 0 0,1 0 0,-1 0 0,0 0 0,0 0 0,0-1 0,0 1 0,0 0 0,0 0 0,0-1 0,0 1 0,0 0 0,0-1 0,0 1 0,0-1 0,1 1 0,-1-1 0,0 1 0,0-1 0,1 0 0,-1 1 0,0-1 0,1 0 0,-1 0 0,1 1 0,-1-1 0,1 0 0,-1 0 0,1 0 0,-1 0 0,1 0 0,0 0 0,0 0 0,-1 0 0,1 1 0,0-1 0,0-2 0,-5-48 0,4 45 0,2-14 0,0 1 0,0-1 0,2 1 0,1 0 0,0-1 0,1 2 0,1-1 0,1 1 0,1 0 0,15-28 0,-16 36 0,-1 0 0,1 0 0,1 1 0,0 0 0,0 0 0,1 1 0,0 0 0,12-8 0,-14 12 0,0-1 0,1 2 0,-1-1 0,1 1 0,0 0 0,0 1 0,0 0 0,0 0 0,0 0 0,0 1 0,1 1 0,13 0 0,-17 0 0,-1 0 0,0 0 0,1 1 0,-1 0 0,0 0 0,0 0 0,0 0 0,0 1 0,0 0 0,0-1 0,0 2 0,0-1 0,-1 0 0,1 1 0,-1-1 0,0 1 0,1 0 0,-1 0 0,-1 0 0,1 1 0,0-1 0,2 5 0,-3-4 0,-1 0 0,1 1 0,-1-1 0,0 0 0,0 1 0,0-1 0,-1 0 0,1 1 0,-1-1 0,0 1 0,-1-1 0,1 1 0,-1-1 0,0 0 0,0 1 0,0-1 0,0 0 0,-1 0 0,0 1 0,0-1 0,-3 5 0,-2 2 0,-1 0 0,1 0 0,-2-1 0,1 0 0,-1-1 0,-1 0 0,0 0 0,0-1 0,0 0 0,-1-1 0,-1 0 0,1-1 0,-1 0 0,-24 8 0,34-13 0,0-1 0,-1 1 0,1-1 0,0 0 0,-1 1 0,1-1 0,-1 0 0,1-1 0,0 1 0,-1 0 0,1-1 0,0 1 0,0-1 0,-1 0 0,1 0 0,0 1 0,0-2 0,0 1 0,-4-2 0,3 0 0,0 0 0,1 0 0,-1 0 0,0 0 0,1-1 0,0 1 0,0-1 0,0 1 0,0-1 0,-2-6 0,0-3 0,0-1 0,2 0 0,-1 0 0,2 0 0,-1-23 0,2 21 0,0 0 0,2 0 0,0 0 0,0 0 0,2 0 0,0 1 0,0-1 0,2 1 0,8-18 0,-13 31 0,0 0 0,0 0 0,1 0 0,-1 0 0,1 0 0,-1 0 0,1 0 0,0 1 0,0-1 0,0 1 0,0-1 0,0 1 0,0-1 0,0 1 0,0 0 0,1 0 0,-1 0 0,0 1 0,1-1 0,-1 0 0,0 1 0,1-1 0,-1 1 0,1 0 0,-1 0 0,1 0 0,-1 0 0,1 0 0,-1 1 0,1-1 0,-1 1 0,0 0 0,1-1 0,-1 1 0,4 3 0,-1-2 0,0 1 0,0 0 0,-1 0 0,1 1 0,-1-1 0,0 1 0,0 0 0,0 0 0,-1 1 0,1-1 0,-1 1 0,0 0 0,0-1 0,-1 1 0,3 6 0,-1 6 0,0 0 0,0 0 0,-2 0 0,0 1 0,-1-1 0,-1 1 0,-1-1 0,0 0 0,-1 1 0,-7 26 0,4-26 0,0 0 0,-1 0 0,-1-1 0,0 0 0,-2 0 0,1-1 0,-2 0 0,-1-1 0,-22 27 0,29-38 0,-1 0 0,0 0 0,0 0 0,0 0 0,-1-1 0,1 0 0,-1 0 0,0-1 0,0 1 0,0-1 0,-8 2 0,11-4 0,1 1 0,0-1 0,0 0 0,-1 1 0,1-1 0,0 0 0,0-1 0,-1 1 0,1 0 0,0 0 0,0-1 0,-1 0 0,1 1 0,0-1 0,0 0 0,0 0 0,0 0 0,0 0 0,0 0 0,0-1 0,1 1 0,-1-1 0,0 1 0,1-1 0,-1 1 0,1-1 0,-1 0 0,1 0 0,0 0 0,0 0 0,0 0 0,0 0 0,0 0 0,-1-3 0,-1-7 0,0-1 0,1 1 0,0-1 0,1 0 0,1 1 0,0-1 0,1 0 0,0 0 0,1 1 0,0-1 0,1 1 0,0 0 0,1-1 0,0 1 0,9-15 0,-10 21 0,0-1 0,1 1 0,0 0 0,0 0 0,0 0 0,1 0 0,0 1 0,0 0 0,0 0 0,1 0 0,-1 1 0,1 0 0,0 0 0,1 0 0,-1 1 0,1 0 0,-1 0 0,1 0 0,0 1 0,0 0 0,0 0 0,0 1 0,0 0 0,1 1 0,-1-1 0,0 1 0,0 0 0,9 2 0,-13-1 0,-1-1 0,0 0 0,1 1 0,-1 0 0,0 0 0,1 0 0,-1 0 0,0 0 0,0 0 0,0 0 0,0 1 0,0-1 0,0 1 0,-1-1 0,1 1 0,0 0 0,-1 0 0,1 0 0,0 2 0,0 0 0,0-1 0,-1 1 0,1 0 0,-1 0 0,0 0 0,0 0 0,-1 0 0,1 0 0,-1 0 0,0 7 0,0-2 0,-1 1 0,-1-1 0,0 1 0,0-1 0,-1 0 0,0 0 0,0 0 0,-10 17 0,7-17 0,0 0 0,-1 0 0,-1 0 0,1-1 0,-1 0 0,-18 13 0,19-17 0,1 0 0,0 0 0,-1 0 0,0-1 0,0 0 0,0 0 0,0-1 0,-1 0 0,1 0 0,0-1 0,-10 1 0,14-2 0,1 0 0,-1-1 0,1 0 0,-1 1 0,1-1 0,-1 0 0,1 0 0,0 0 0,-1-1 0,1 1 0,0-1 0,0 1 0,0-1 0,0 1 0,0-1 0,0 0 0,1 0 0,-1 0 0,0 0 0,1 0 0,0-1 0,-1 1 0,1 0 0,0-1 0,-1-3 0,-3-8 0,0 0 0,-6-30 0,10 40 0,-3-12 0,1 0 0,1 1 0,1-1 0,0 0 0,1 0 0,2-26 0,-1 37 0,0-1 0,1 1 0,-1-1 0,1 1 0,0 0 0,1 0 0,-1 0 0,1 0 0,0 0 0,0 0 0,0 1 0,1-1 0,0 1 0,0 0 0,0 0 0,0 1 0,0-1 0,1 1 0,0 0 0,-1 0 0,1 0 0,6-2 0,0 1 0,0 0 0,0 0 0,0 1 0,1 1 0,-1 0 0,1 0 0,22 1 0,-30 1 0,0 0 0,1 0 0,-1 1 0,0 0 0,1 0 0,-1 0 0,0 0 0,0 1 0,0-1 0,0 1 0,0 0 0,0 0 0,0 1 0,-1-1 0,1 1 0,-1 0 0,0 0 0,1 0 0,-2 0 0,1 0 0,0 1 0,0-1 0,3 8 0,-1 1 0,-1-1 0,0 1 0,-1 0 0,0 0 0,-1 0 0,0 1 0,-1-1 0,-1 1 0,0-1 0,0 0 0,-1 1 0,-1-1 0,0 0 0,0 0 0,-6 15 0,6-20 0,-1-1 0,1 0 0,-1 0 0,0 0 0,0 0 0,-1 0 0,0-1 0,0 1 0,0-1 0,-1 0 0,1-1 0,-1 1 0,-1-1 0,1 0 0,0 0 0,-1 0 0,0-1 0,0 0 0,0 0 0,0 0 0,0-1 0,-1 0 0,1 0 0,-1-1 0,1 0 0,-1 0 0,0 0 0,1-1 0,-13 0 0,12-2 0,0 1 0,0-1 0,0 0 0,0 0 0,0-1 0,0 0 0,1 0 0,-1 0 0,1-1 0,0 0 0,0-1 0,0 1 0,1-1 0,-1 0 0,1 0 0,0-1 0,1 0 0,-6-8 0,-2-4 0,0-2 0,2 0 0,0 0 0,-12-37 0,18 44 0,0 0 0,1 0 0,0-1 0,1 1 0,0-1 0,1 1 0,1-1 0,0 0 0,1 1 0,1-1 0,0 1 0,7-26 0,-5 28 0,1 1 0,-1 0 0,1 0 0,1 0 0,0 1 0,1 0 0,-1 0 0,2 1 0,-1-1 0,1 2 0,0-1 0,1 1 0,0 0 0,0 1 0,0 0 0,14-6 0,-13 7 0,0 0 0,0 1 0,0 1 0,1 0 0,0 0 0,-1 1 0,1 0 0,0 1 0,0 0 0,0 1 0,0 0 0,14 2 0,-19 0 0,1-1 0,0 1 0,-1 0 0,0 0 0,0 1 0,1-1 0,-1 2 0,-1-1 0,1 1 0,0-1 0,-1 1 0,0 1 0,0-1 0,0 1 0,-1 0 0,1 0 0,-1 0 0,0 1 0,-1 0 0,1-1 0,2 9 0,2 4 0,-2 1 0,0 0 0,-1 0 0,0 0 0,-2 0 0,0 1 0,-2 0 0,0 0 0,-1-1 0,-1 1 0,0 0 0,-2-1 0,-1 1 0,0-1 0,-1 0 0,-1 0 0,-1 0 0,0-1 0,-2 0 0,0-1 0,-1 0 0,0 0 0,-2-1 0,-15 18 0,4-11 0,0-1 0,-1-1 0,-34 22 0,43-33 0,-1 0 0,0-2 0,0 0 0,-1-1 0,0 0 0,0-2 0,-23 6 0,36-10 0,0-1 0,0 1 0,0-1 0,0 0 0,0 0 0,0 0 0,0-1 0,0 1 0,0-1 0,0 0 0,0 0 0,0 0 0,0-1 0,0 1 0,1-1 0,-1 0 0,-5-4 0,5 2 0,-1 0 0,1 0 0,0 0 0,1-1 0,-1 0 0,1 1 0,0-1 0,0-1 0,1 1 0,-5-11 0,1-7 0,0 0 0,2 0 0,1-1 0,-1-42 0,3 45 0,1 1 0,1-1 0,2 1 0,-1-1 0,2 1 0,1 0 0,1 0 0,13-32 0,-15 43 0,1 0 0,0 0 0,0 0 0,1 1 0,0-1 0,0 1 0,1 1 0,0 0 0,1 0 0,0 0 0,0 1 0,0 0 0,1 0 0,-1 1 0,1 0 0,1 1 0,-1 0 0,1 0 0,14-3 0,-21 6 0,1 0 0,-1 0 0,1 1 0,0-1 0,-1 1 0,1 0 0,0 0 0,-1 0 0,1 1 0,0-1 0,-1 1 0,1 0 0,-1 0 0,1 0 0,-1 0 0,0 1 0,1-1 0,-1 1 0,0 0 0,0 0 0,5 4 0,-4-2 0,0 1 0,-1 0 0,0 0 0,1 0 0,-2 0 0,1 0 0,-1 1 0,1-1 0,-1 1 0,-1 0 0,1 0 0,0 9 0,0-4 0,0 0 0,-1 1 0,-1-1 0,0 0 0,0 1 0,-1-1 0,-1 0 0,0 1 0,-5 14 0,5-19 0,-1-1 0,1-1 0,-1 1 0,-1 0 0,1-1 0,-1 1 0,0-1 0,0 0 0,-1 0 0,1 0 0,-1-1 0,0 0 0,0 0 0,-1 0 0,1-1 0,-1 1 0,-10 3 0,9-4 0,0 0 0,0-1 0,0 1 0,0-2 0,0 1 0,0-1 0,-13 1 0,18-2 0,0 0 0,-1-1 0,1 1 0,0 0 0,-1-1 0,1 0 0,0 1 0,0-1 0,0 0 0,0 0 0,0 0 0,0-1 0,0 1 0,0 0 0,0-1 0,0 1 0,1-1 0,-1 1 0,1-1 0,-1 0 0,1 0 0,-1 0 0,1 0 0,0 0 0,0 0 0,0 0 0,-1-4 0,-2-8 0,1 0 0,1 0 0,0 0 0,1 0 0,1 0 0,0 0 0,0 0 0,2 0 0,0 0 0,0 0 0,1 0 0,1 1 0,0-1 0,1 1 0,10-20 0,-9 21 0,0 1 0,0 0 0,1 0 0,0 0 0,1 1 0,0 0 0,1 1 0,0 0 0,0 0 0,1 1 0,0 0 0,1 0 0,0 1 0,0 1 0,0 0 0,1 0 0,16-4 0,-23 8 0,1 1 0,-1 0 0,1 0 0,-1 0 0,1 1 0,-1 0 0,1 0 0,-1 0 0,1 1 0,-1 0 0,1 0 0,-1 0 0,1 1 0,-1 0 0,10 5 0,-10-4 0,0 1 0,0 0 0,0 0 0,0 0 0,-1 0 0,1 1 0,-1 0 0,-1 0 0,1 0 0,-1 1 0,1-1 0,-2 1 0,5 11 0,-1-3 0,-2 0 0,0 1 0,0 0 0,-1 0 0,-1 0 0,-1 0 0,0 0 0,-1 0 0,-3 29 0,2-39 0,0 1 0,0-1 0,0 1 0,-1-1 0,0 1 0,0-1 0,-1 0 0,1 0 0,-1 0 0,0-1 0,0 1 0,-1-1 0,1 1 0,-1-1 0,0 0 0,0 0 0,0-1 0,-1 1 0,1-1 0,-1 0 0,0 0 0,0-1 0,0 1 0,0-1 0,-1 0 0,1 0 0,0-1 0,-1 0 0,-9 1 0,10-1 0,-1-2 0,1 1 0,0 0 0,0-1 0,0 0 0,0 0 0,0-1 0,0 1 0,0-1 0,0 0 0,0 0 0,1-1 0,-1 1 0,1-1 0,-1 0 0,1-1 0,0 1 0,0 0 0,1-1 0,-1 0 0,1 0 0,0 0 0,-3-5 0,-5-7 0,2-1 0,-1 0 0,2 0 0,-12-35 0,17 45 0,1 0 0,0-1 0,1 1 0,0 0 0,0 0 0,0-1 0,1 1 0,0-1 0,0 1 0,1 0 0,0-1 0,0 1 0,1 0 0,0 0 0,4-10 0,-3 11 0,0 1 0,0-1 0,1 1 0,0 0 0,0 0 0,0 0 0,1 1 0,0-1 0,0 1 0,0 0 0,0 0 0,0 1 0,1 0 0,0 0 0,0 0 0,0 0 0,10-2 0,-4 1 0,0 1 0,0 1 0,0 0 0,0 0 0,0 1 0,0 1 0,0 0 0,0 0 0,0 1 0,16 4 0,-21-3 0,-1 0 0,1 0 0,0 1 0,0 0 0,-1 0 0,0 1 0,0 0 0,0 0 0,0 0 0,0 1 0,-1-1 0,0 1 0,0 1 0,0-1 0,-1 1 0,1 0 0,-2 0 0,6 10 0,-3-4 0,0 1 0,-1-1 0,-1 1 0,0 0 0,-1 0 0,-1 1 0,0-1 0,0 1 0,-1-1 0,-2 17 0,0-19 0,0 0 0,-1-1 0,-1 1 0,1-1 0,-2 0 0,0 0 0,0 0 0,0 0 0,-1-1 0,-1 1 0,0-1 0,0-1 0,-10 12 0,-6 3 0,-48 40 0,60-55 0,0 0 0,0-1 0,-1-1 0,0 0 0,-1 0 0,0-1 0,-22 6 0,32-10 0,0-1 0,1 0 0,-1 1 0,0-1 0,1 0 0,-1 0 0,0 0 0,1 0 0,-1 0 0,0-1 0,1 1 0,-1 0 0,0-1 0,1 0 0,-1 1 0,1-1 0,-1 0 0,1 1 0,-1-1 0,1 0 0,-1 0 0,0-2 0,0 1 0,0-1 0,0 0 0,0 1 0,0-1 0,1 0 0,-1 0 0,1 0 0,0 0 0,0 0 0,-1-6 0,-1-7 0,2 1 0,0-1 0,2-27 0,-1 41 0,1-17 0,1-1 0,0 1 0,2 0 0,0 0 0,1 0 0,1 1 0,1 0 0,0 0 0,17-27 0,-19 36 0,1 1 0,0 0 0,0 0 0,1 0 0,0 1 0,1 0 0,-1 1 0,1 0 0,0 0 0,1 0 0,0 1 0,0 0 0,0 1 0,0 0 0,0 1 0,1 0 0,0 0 0,0 1 0,-1 0 0,15-1 0,-20 3 0,1 0 0,-1 0 0,0 0 0,0 0 0,0 1 0,0 0 0,1 0 0,-1 0 0,0 0 0,0 0 0,0 1 0,-1 0 0,1 0 0,0 0 0,-1 0 0,5 4 0,-3-2 0,-1 1 0,0-1 0,0 1 0,-1 0 0,1 0 0,-1 1 0,0-1 0,0 1 0,-1-1 0,3 8 0,-1 4 0,0 0 0,0 0 0,-2 1 0,0 0 0,-1-1 0,-3 35 0,0-37 0,0-1 0,-1 0 0,-1 0 0,0 0 0,-1-1 0,0 1 0,-1-1 0,-1 0 0,0 0 0,-1-1 0,0 0 0,0-1 0,-2 0 0,1 0 0,-1-1 0,-1 0 0,0 0 0,0-1 0,-1-1 0,0 0 0,-1-1 0,0 0 0,0-1 0,0 0 0,0-1 0,-1-1 0,0 0 0,-27 4 0,34-7 0,1-1 0,-1 0 0,1 0 0,-1 0 0,1-1 0,-1 0 0,1 0 0,0-1 0,-1 1 0,1-2 0,0 1 0,0 0 0,0-1 0,0 0 0,1-1 0,-1 1 0,1-1 0,0 0 0,0-1 0,0 1 0,1-1 0,0 0 0,-1 0 0,2 0 0,-1-1 0,1 1 0,-1-1 0,-3-10 0,2 3 0,0 0 0,1-1 0,1 1 0,0-1 0,1 0 0,0 0 0,1 0 0,1 0 0,0 0 0,1 0 0,0 0 0,5-19 0,-2 16 0,1 0 0,0 0 0,2 1 0,0 0 0,0 0 0,2 1 0,0 0 0,13-17 0,-18 27 0,1-1 0,0 1 0,0 0 0,0 1 0,0-1 0,1 1 0,-1 0 0,1 0 0,0 1 0,1 0 0,-1 0 0,0 0 0,1 1 0,0 0 0,-1 0 0,1 1 0,0 0 0,0 0 0,0 0 0,0 1 0,0 0 0,0 0 0,10 3 0,-11-2 0,-1 0 0,0 1 0,0 0 0,1 0 0,-1 0 0,-1 0 0,1 1 0,0 0 0,-1 0 0,1 0 0,-1 1 0,8 7 0,-6-4 0,-1 1 0,1-1 0,-1 1 0,-1 0 0,1 0 0,-1 0 0,3 11 0,-2-2 0,0 0 0,-1 0 0,-1 0 0,-1 1 0,0-1 0,-2 0 0,-1 31 0,-1-34 0,-1-1 0,0 0 0,0-1 0,-2 1 0,1-1 0,-2 1 0,1-1 0,-2-1 0,1 1 0,-2-1 0,0 0 0,0-1 0,-1 0 0,0 0 0,0-1 0,-1 0 0,0 0 0,-1-2 0,0 1 0,-1-1 0,1-1 0,-1 0 0,-17 7 0,27-13 0,1 0 0,0 1 0,-1-1 0,1 0 0,-1 1 0,1-1 0,0 0 0,-1 0 0,1 0 0,-1 0 0,1-1 0,-1 1 0,1 0 0,0 0 0,-1-1 0,1 1 0,0-1 0,-1 1 0,1-1 0,0 0 0,0 0 0,-1 1 0,1-1 0,0 0 0,0 0 0,0 0 0,0 0 0,0 0 0,0 0 0,0-1 0,1 1 0,-1 0 0,0 0 0,1-1 0,-1 1 0,1 0 0,-1-1 0,1 1 0,-1-3 0,-2-7 0,1 1 0,0-2 0,1 1 0,-1-11 0,2 13 0,-1 0 0,1 0 0,0 0 0,0 0 0,1 0 0,0 0 0,1 0 0,0 1 0,0-1 0,1 0 0,0 1 0,1-1 0,6-11 0,-6 14 0,1 0 0,0 0 0,0 0 0,1 1 0,-1 0 0,1 0 0,1 0 0,-1 1 0,1-1 0,-1 2 0,1-1 0,0 1 0,0 0 0,14-4 0,-10 4 0,0 0 0,0 1 0,0 0 0,0 0 0,1 1 0,19 1 0,-28 1 0,0-1 0,1 0 0,-1 1 0,0 0 0,1 0 0,-1 0 0,0 0 0,0 0 0,0 1 0,0 0 0,0-1 0,0 1 0,0 0 0,-1 0 0,1 0 0,-1 1 0,1-1 0,-1 1 0,0-1 0,0 1 0,0 0 0,0 0 0,0 0 0,-1 0 0,1 0 0,0 4 0,2 7 0,-1-1 0,-1 1 0,0 0 0,-1 0 0,-1 0 0,0 0 0,-1 0 0,0 0 0,-1 0 0,-1 0 0,0-1 0,0 1 0,-2-1 0,0 0 0,0 0 0,-1 0 0,-1-1 0,0 0 0,-1 0 0,0 0 0,0-1 0,-1-1 0,-1 0 0,0 0 0,0 0 0,-1-1 0,0-1 0,-14 8 0,23-14 0,-1-1 0,0 1 0,0-1 0,0 1 0,0-1 0,-1 0 0,1 0 0,0 0 0,0-1 0,-1 1 0,1-1 0,0 0 0,-1 0 0,1 0 0,0 0 0,-1 0 0,-4-2 0,4 0 0,1 1 0,-1-1 0,1 0 0,0 0 0,0 0 0,0-1 0,0 1 0,0-1 0,0 0 0,1 1 0,-1-1 0,1 0 0,0-1 0,0 1 0,-2-4 0,-7-15 0,0 0 0,2 0 0,1-1 0,-11-44 0,16 52 0,0-1 0,1 0 0,1 0 0,0 0 0,1 0 0,1 0 0,1 1 0,5-25 0,-4 30 0,2 0 0,-1 0 0,1 0 0,1 1 0,-1 0 0,2 0 0,-1 0 0,1 1 0,1 0 0,-1 0 0,1 1 0,1 0 0,-1 0 0,12-5 0,-6 3 0,0 0 0,0 2 0,1 0 0,0 1 0,1 0 0,-1 1 0,1 1 0,28-4 0,-39 7 0,0 1 0,-1 0 0,1 0 0,-1 0 0,1 1 0,-1-1 0,1 1 0,-1 0 0,1 0 0,-1 1 0,1 0 0,-1-1 0,0 1 0,0 1 0,0-1 0,6 5 0,-5-2 0,0-1 0,-1 1 0,0 0 0,0 0 0,-1 1 0,1-1 0,-1 1 0,0 0 0,-1 0 0,4 11 0,-1 0 0,-2 1 0,0 0 0,-1 0 0,-1-1 0,0 1 0,-1 0 0,-5 30 0,2-31 0,-1 0 0,0 0 0,-2-1 0,0 0 0,0 0 0,-2 0 0,0-1 0,0 0 0,-2 0 0,0-1 0,-17 19 0,21-27 0,-1 0 0,0 0 0,0 0 0,0-1 0,-1 0 0,1 0 0,-1-1 0,0 0 0,-1 0 0,-10 3 0,13-6 0,-1 1 0,0-1 0,0-1 0,-1 1 0,1-1 0,0 0 0,0-1 0,0 1 0,0-2 0,0 1 0,0-1 0,1 0 0,-1 0 0,-8-5 0,9 5 0,0-1 0,0 0 0,1 0 0,-1 0 0,1-1 0,0 0 0,0 0 0,1-1 0,-1 1 0,1-1 0,0 0 0,0 0 0,1 0 0,-1-1 0,1 1 0,0-1 0,1 0 0,-1 0 0,-1-6 0,2 3 0,1 0 0,0 0 0,1 0 0,0 0 0,0 0 0,1 0 0,0 1 0,0-1 0,1 0 0,0 0 0,1 1 0,0-1 0,4-8 0,-1 5 0,0 0 0,2 1 0,-1 0 0,1 0 0,1 0 0,0 1 0,0 1 0,1-1 0,0 1 0,1 1 0,0 0 0,0 1 0,13-7 0,-15 9 0,1 0 0,0 1 0,0 0 0,0 0 0,0 1 0,0 1 0,1 0 0,-1 0 0,1 1 0,0 0 0,-1 1 0,1 0 0,0 1 0,-1 0 0,1 1 0,-1 0 0,11 3 0,-15-3 0,-1 1 0,0-1 0,0 1 0,0 0 0,0 0 0,-1 0 0,1 1 0,-1 0 0,0 0 0,0 0 0,0 0 0,-1 1 0,1-1 0,-1 1 0,0 0 0,0 0 0,-1 0 0,1 0 0,-1 1 0,-1-1 0,1 0 0,-1 1 0,0 0 0,1 5 0,-1-1 0,-1 1 0,0-1 0,0 0 0,-1 1 0,0-1 0,-1 0 0,0 0 0,-1 0 0,0 0 0,0 0 0,-1-1 0,-7 14 0,2-9 0,0 1 0,-1-1 0,-1-1 0,0 0 0,0 0 0,-1-1 0,-25 18 0,30-24 0,0-2 0,-1 1 0,1-1 0,-1 0 0,0-1 0,-1 1 0,1-2 0,0 1 0,-1-1 0,0-1 0,1 1 0,-1-1 0,0-1 0,1 0 0,-1 0 0,-17-3 0,24 3 0,-1 0 0,1-1 0,0 1 0,-1-1 0,1 1 0,0-1 0,0 0 0,0 0 0,0 0 0,0 0 0,0 0 0,0 0 0,0-1 0,0 1 0,0-1 0,1 1 0,-1-1 0,0 0 0,1 0 0,0 0 0,-1 0 0,1 0 0,0 0 0,0 0 0,0 0 0,0 0 0,0 0 0,1 0 0,-1-1 0,1 1 0,0 0 0,-1-3 0,1 0 0,1 0 0,0 0 0,0 1 0,0-1 0,0 0 0,1 1 0,0-1 0,0 1 0,0-1 0,0 1 0,1 0 0,0 0 0,-1 0 0,6-5 0,4-3 0,0 0 0,0 1 0,2 0 0,-1 1 0,1 1 0,1 0 0,-1 1 0,1 0 0,30-10 0,-37 15 0,1 1 0,-1 0 0,1 0 0,0 0 0,0 1 0,0 0 0,0 1 0,0 0 0,-1 1 0,1 0 0,0 0 0,0 0 0,0 1 0,-1 1 0,1 0 0,-1 0 0,0 0 0,0 1 0,0 0 0,10 7 0,-16-9 0,1 0 0,-1 0 0,1 1 0,-1-1 0,0 0 0,0 1 0,0 0 0,-1-1 0,1 1 0,0 0 0,-1 0 0,0 0 0,0 0 0,0 0 0,0 0 0,1 6 0,-2-3 0,1-1 0,-1 1 0,-1 0 0,1 0 0,-1-1 0,0 1 0,0 0 0,-4 9 0,-1-1 0,0-1 0,0 0 0,-2-1 0,1 1 0,-2-1 0,-15 18 0,14-21 0,1 0 0,-1-1 0,-1 0 0,1 0 0,-1-1 0,0-1 0,-16 7 0,19-9 0,1-1 0,0-1 0,-1 1 0,0-2 0,0 1 0,1-1 0,-1 0 0,0 0 0,0-1 0,0 0 0,0 0 0,0-1 0,-9-2 0,14 2 0,0 0 0,0 0 0,1-1 0,-1 1 0,0-1 0,1 1 0,-1-1 0,1 0 0,-1 0 0,1 0 0,0-1 0,0 1 0,0 0 0,0-1 0,0 1 0,0-1 0,1 0 0,-1 0 0,1 1 0,0-1 0,0 0 0,0 0 0,0 0 0,1 0 0,-1 0 0,1 0 0,-1-1 0,1 1 0,0 0 0,1 0 0,-1-4 0,1-2 0,0 0 0,1-1 0,0 1 0,0 0 0,1 0 0,0 0 0,1 0 0,0 1 0,5-10 0,-2 8 0,0 1 0,0-1 0,1 1 0,0 1 0,1-1 0,0 1 0,0 1 0,1 0 0,0 0 0,0 1 0,12-6 0,-16 10 0,-1 0 0,1 0 0,-1 0 0,1 0 0,0 1 0,0 0 0,0 0 0,0 1 0,-1-1 0,1 1 0,0 1 0,0-1 0,0 1 0,0 0 0,0 0 0,-1 1 0,1 0 0,0 0 0,-1 0 0,1 1 0,-1-1 0,0 1 0,0 0 0,6 5 0,-7-3 0,0-1 0,0 1 0,0-1 0,-1 1 0,0 1 0,0-1 0,0 0 0,0 1 0,-1-1 0,0 1 0,0 0 0,0-1 0,-1 1 0,0 0 0,0 0 0,-1 0 0,0 0 0,0 0 0,-1 12 0,0-9 0,0-1 0,0 0 0,-1 0 0,0 0 0,0 0 0,-1 0 0,0-1 0,0 1 0,-1-1 0,0 0 0,-1 1 0,1-2 0,-1 1 0,-6 6 0,4-8 0,-1 1 0,1-2 0,-1 1 0,0-1 0,0 0 0,0 0 0,0-1 0,-1-1 0,1 1 0,-1-1 0,0 0 0,1-1 0,-1 0 0,0-1 0,0 0 0,-14-1 0,-1-2 0,-1 0 0,1-2 0,0-1 0,-40-15 0,62 21 0,-1-1 0,1 0 0,-1 0 0,1 0 0,0 0 0,0 0 0,0-1 0,0 1 0,-1-1 0,2 1 0,-1-1 0,0 0 0,0 0 0,1 0 0,-1 0 0,1 0 0,-1 0 0,1 0 0,0 0 0,0 0 0,0-1 0,0 1 0,0 0 0,0-1 0,1 1 0,-1-1 0,1 1 0,0-1 0,0 1 0,0-1 0,0 1 0,0-1 0,0 1 0,1-1 0,-1 1 0,1-1 0,0 1 0,-1-1 0,1 1 0,0 0 0,3-4 0,1-4 0,0 0 0,0 1 0,1 0 0,1 0 0,0 0 0,0 1 0,0 0 0,1 1 0,0-1 0,1 1 0,15-10 0,-16 13 0,0-1 0,0 1 0,0 0 0,0 1 0,0 0 0,1 0 0,0 1 0,-1 0 0,1 0 0,0 1 0,0 0 0,0 1 0,0 0 0,16 2 0,-23-2 0,1 1 0,0 0 0,-1-1 0,1 1 0,-1 1 0,1-1 0,-1 0 0,0 0 0,1 1 0,-1-1 0,0 1 0,0 0 0,0 0 0,0 0 0,-1 0 0,1 0 0,0 0 0,2 4 0,-2-1 0,1 1 0,-1-1 0,-1 1 0,1-1 0,-1 1 0,1-1 0,-2 1 0,2 8 0,-2 2 0,-1-1 0,0-1 0,-1 1 0,0 0 0,-1 0 0,-6 15 0,6-20 0,-1 0 0,0 0 0,-1-1 0,0 0 0,-1 0 0,0 0 0,0 0 0,-1-1 0,0 0 0,0 0 0,-1-1 0,0 0 0,0 0 0,-1-1 0,0 0 0,0-1 0,0 0 0,-1 0 0,1-1 0,-1 0 0,0 0 0,0-2 0,-1 1 0,1-1 0,-1 0 0,1-1 0,-1-1 0,0 1 0,1-2 0,-1 1 0,1-2 0,-1 1 0,1-1 0,-15-5 0,22 6 0,0 0 0,0 0 0,0 0 0,0-1 0,0 1 0,0-1 0,0 1 0,1-1 0,-1 0 0,0 0 0,1 0 0,0-1 0,0 1 0,-1-1 0,1 1 0,0-1 0,1 0 0,-1 1 0,1-1 0,-1 0 0,1 0 0,0 0 0,0 0 0,0-1 0,0 1 0,1 0 0,-1 0 0,1 0 0,0-1 0,0 1 0,0 0 0,1-5 0,0 1 0,1 0 0,0 1 0,1 0 0,-1-1 0,2 1 0,-1 0 0,0 0 0,1 1 0,0-1 0,0 1 0,1 0 0,0 0 0,0 0 0,9-7 0,1 2 0,0 0 0,1 0 0,27-11 0,-35 17 0,0 1 0,1 0 0,-1 1 0,1 0 0,-1 0 0,1 1 0,0 0 0,0 0 0,15 2 0,-21-1 0,-1 1 0,0-1 0,0 1 0,1 0 0,-1 0 0,0 0 0,0 0 0,0 0 0,0 1 0,0-1 0,0 1 0,-1-1 0,1 1 0,0-1 0,-1 1 0,1 0 0,-1 0 0,0 0 0,1 0 0,-1 0 0,0 0 0,0 0 0,0 0 0,-1 1 0,1-1 0,0 0 0,-1 0 0,0 1 0,1-1 0,-1 0 0,0 1 0,0-1 0,-1 4 0,1 0 0,0 0 0,-1 0 0,0 0 0,0 0 0,0 0 0,-1 0 0,0-1 0,0 1 0,-1-1 0,1 1 0,-1-1 0,-5 7 0,1-5 0,0 0 0,-1-1 0,0 0 0,0 0 0,0-1 0,-1 1 0,0-2 0,0 1 0,0-2 0,-15 5 0,10-3 0,0-2 0,0 0 0,-1-1 0,1 0 0,0-1 0,-26-1 0,36 0 0,1-1 0,-1 1 0,1-1 0,-1 0 0,1 0 0,0 0 0,-1 0 0,1-1 0,0 1 0,0-1 0,0 0 0,0 0 0,0 0 0,1 0 0,-1-1 0,1 1 0,-1-1 0,-2-3 0,4 5 0,1-1 0,-1 1 0,0 0 0,1-1 0,-1 1 0,1 0 0,0-1 0,-1 1 0,1-1 0,0 1 0,0 0 0,0-1 0,0 1 0,0-1 0,0 1 0,0-1 0,1 1 0,0-2 0,0 0 0,0 1 0,0 0 0,1-1 0,-1 1 0,1 0 0,-1 0 0,1 0 0,0 0 0,0 1 0,0-1 0,0 0 0,0 1 0,3-3 0,2 1 0,-1-1 0,1 1 0,0 1 0,0-1 0,1 1 0,-1 0 0,9 0 0,-12 1 0,0 0 0,0 1 0,0 0 0,0 0 0,1 0 0,-1 0 0,0 0 0,0 1 0,0 0 0,0 0 0,0 0 0,0 1 0,0-1 0,5 4 0,-8-4 0,0 0 0,1 0 0,-1 0 0,0 0 0,0 1 0,0-1 0,0 1 0,0-1 0,0 1 0,-1-1 0,1 1 0,0-1 0,-1 1 0,1 0 0,-1-1 0,0 1 0,0 0 0,1-1 0,-1 1 0,0 0 0,0 0 0,0-1 0,-1 1 0,1 0 0,0-1 0,-1 1 0,1 0 0,-1-1 0,1 1 0,-1-1 0,0 1 0,-1 1 0,-1 3 0,0-1 0,0 1 0,-1-1 0,1 0 0,-2 0 0,1 0 0,-6 5 0,-8 5 0,-36 23 0,49-35 0,0 0 0,0 0 0,-1 0 0,1-1 0,-1 0 0,1 0 0,-1 0 0,0-1 0,0 0 0,0 0 0,0 0 0,-10-1 0,13-1 0,1 1 0,0-1 0,0 0 0,0 0 0,1-1 0,-1 1 0,0 0 0,0-1 0,0 1 0,1-1 0,-1 1 0,1-1 0,0 0 0,-1 0 0,1 1 0,0-1 0,0 0 0,0 0 0,0 0 0,0 0 0,0-1 0,1 1 0,-1 0 0,1 0 0,0 0 0,-1-1 0,1 1 0,0-3 0,0 0 0,-1 0 0,1-1 0,0 1 0,1 0 0,-1 0 0,1-1 0,0 1 0,0 0 0,1 0 0,-1 0 0,3-5 0,0 5 0,0 0 0,0 0 0,0 0 0,1 1 0,0 0 0,0 0 0,0 0 0,0 1 0,0-1 0,1 1 0,11-4 0,-14 5 0,0 1 0,0 0 0,0 0 0,0 0 0,0 0 0,0 1 0,0-1 0,0 1 0,0 0 0,1 0 0,-1 0 0,0 0 0,0 1 0,0-1 0,0 1 0,0-1 0,0 1 0,0 0 0,0 1 0,0-1 0,0 0 0,0 1 0,0 0 0,-1-1 0,4 4 0,-4-2 0,0 0 0,-1 0 0,1 0 0,-1 0 0,0 0 0,1 1 0,-2-1 0,1 0 0,0 1 0,-1-1 0,1 1 0,-1-1 0,0 1 0,0-1 0,-1 5 0,-9 53 0,8-55 0,-1 0 0,0 0 0,0-1 0,0 1 0,0-1 0,-1 0 0,0 0 0,0 0 0,0 0 0,-1 0 0,1-1 0,-1 0 0,0 0 0,0 0 0,-1-1 0,1 0 0,-1 0 0,0 0 0,0 0 0,-10 2 0,1 0 0,-1-1 0,1-1 0,-1 0 0,0-1 0,0-1 0,0-1 0,-19-1 0,31 1 0,1-1 0,0 0 0,-1 0 0,1 0 0,0 0 0,-1 0 0,1-1 0,0 1 0,0-1 0,0 0 0,0 0 0,1 0 0,-1-1 0,0 1 0,1 0 0,0-1 0,-1 0 0,1 1 0,0-1 0,0 0 0,1 0 0,-4-6 0,2 1 0,0 0 0,1 0 0,0 0 0,0 0 0,0 0 0,1 0 0,0-1 0,1-12 0,0 18 0,1 0 0,-1 0 0,1 1 0,0-1 0,0 0 0,0 1 0,1-1 0,-1 0 0,0 1 0,1 0 0,0-1 0,-1 1 0,1 0 0,0 0 0,0 0 0,1 0 0,-1 0 0,0 0 0,0 1 0,1-1 0,-1 1 0,1 0 0,0-1 0,-1 1 0,1 0 0,0 1 0,-1-1 0,4 0 0,2-1 0,-1 0 0,1 1 0,-1 0 0,1 1 0,0 0 0,-1 0 0,1 0 0,0 1 0,11 2 0,-17-1 0,1-1 0,-1 0 0,0 1 0,0 0 0,0-1 0,0 1 0,0 0 0,0 0 0,0 0 0,0 0 0,-1 0 0,1 1 0,-1-1 0,0 0 0,0 1 0,0-1 0,0 1 0,0-1 0,0 1 0,0 0 0,-1-1 0,0 1 0,1 0 0,-1-1 0,0 1 0,-1 5 0,1 1 0,0 1 0,-1-1 0,0 0 0,-1 1 0,0-1 0,-4 14 0,3-18 0,0-1 0,0 1 0,0 0 0,0-1 0,-1 0 0,1 1 0,-1-2 0,0 1 0,-1 0 0,1-1 0,-1 0 0,1 0 0,-9 4 0,10-5 0,1-1 0,0 0 0,-1 0 0,1 0 0,-1 0 0,0 0 0,1 0 0,-1-1 0,1 0 0,-1 1 0,0-1 0,1 0 0,-1 0 0,0 0 0,1-1 0,-1 1 0,0 0 0,1-1 0,-1 0 0,1 0 0,-1 0 0,1 0 0,-1 0 0,1 0 0,0-1 0,0 1 0,-1-1 0,1 1 0,0-1 0,-1-2 0,-4-6 0,0 0 0,1-1 0,1 1 0,0-1 0,0 0 0,1-1 0,1 1 0,0-1 0,0 1 0,1-1 0,0 0 0,1 0 0,1 0 0,1-17 0,0 22 0,-1 0 0,2 0 0,-1 0 0,1 0 0,0 0 0,0 1 0,1-1 0,0 0 0,0 1 0,1 0 0,5-8 0,-5 10 0,-1 0 0,1 1 0,0-1 0,0 1 0,0 0 0,1 0 0,-1 0 0,1 0 0,-1 1 0,1 0 0,0 0 0,0 0 0,0 1 0,0-1 0,0 1 0,10-1 0,-12 2 0,-1 0 0,1 0 0,0 1 0,-1-1 0,1 0 0,0 1 0,-1-1 0,1 1 0,0 0 0,-1 0 0,1 0 0,-1 0 0,0 1 0,1-1 0,-1 1 0,0-1 0,0 1 0,0 0 0,0 0 0,0 0 0,0 0 0,0 0 0,-1 0 0,1 0 0,-1 1 0,0-1 0,1 0 0,-1 1 0,0-1 0,-1 1 0,1 0 0,0-1 0,-1 1 0,1 0 0,-1-1 0,0 1 0,0 0 0,0-1 0,0 1 0,0 0 0,-1 0 0,1-1 0,-1 1 0,0-1 0,0 1 0,0 0 0,0-1 0,0 0 0,0 1 0,-3 3 0,2-3 0,0-1 0,0 1 0,0-1 0,0 0 0,0 0 0,0 1 0,-1-1 0,1-1 0,-1 1 0,0 0 0,1-1 0,-1 1 0,0-1 0,0 0 0,0 0 0,0 0 0,0 0 0,0 0 0,0-1 0,0 1 0,0-1 0,0 0 0,0 0 0,0 0 0,-1 0 0,1-1 0,0 1 0,0-1 0,0 0 0,0 0 0,0 0 0,0 0 0,1 0 0,-1-1 0,0 1 0,0-1 0,1 0 0,-1 0 0,-3-3 0,2 2 0,1-1 0,-1 1 0,1-1 0,0 1 0,0-1 0,0 0 0,0 0 0,1 0 0,-1 0 0,1-1 0,0 1 0,0-1 0,1 1 0,-1-1 0,1 0 0,0 0 0,1 1 0,-1-1 0,1 0 0,0 0 0,0 0 0,0 0 0,1 0 0,-1 1 0,3-8 0,1 5 0,0 0 0,0 0 0,0 0 0,1 1 0,0 0 0,1 0 0,-1 0 0,1 0 0,1 1 0,-1 0 0,0 0 0,1 1 0,0 0 0,0 0 0,1 1 0,-1 0 0,0 0 0,1 0 0,0 1 0,0 0 0,0 1 0,14-1 0,-20 2 0,0 0 0,0 0 0,0 0 0,0 1 0,0-1 0,0 1 0,0-1 0,-1 1 0,1 0 0,0-1 0,0 1 0,0 0 0,-1 1 0,1-1 0,0 0 0,-1 0 0,1 1 0,-1-1 0,0 1 0,2 1 0,0 1 0,-1 0 0,0 0 0,0 0 0,0 1 0,0-1 0,0 1 0,-1-1 0,1 8 0,0-2 0,-1 1 0,-1-1 0,1 1 0,-2-1 0,1 0 0,-2 1 0,-3 15 0,1-14 0,0 0 0,-1-1 0,-1 0 0,0 0 0,-1 0 0,-12 16 0,14-21 0,0 0 0,0-1 0,0 0 0,0 0 0,-1-1 0,0 1 0,0-1 0,0 0 0,-1-1 0,1 1 0,-1-1 0,-13 4 0,18-7 0,-1 0 0,0 0 0,0 0 0,1 0 0,-1 0 0,0-1 0,1 1 0,-1-1 0,1 0 0,-1 0 0,1 0 0,-1 0 0,1 0 0,-1 0 0,1-1 0,0 1 0,0-1 0,0 0 0,0 1 0,0-1 0,0 0 0,0 0 0,0 0 0,1-1 0,-1 1 0,-1-3 0,-2-4 0,0 0 0,1 0 0,0 0 0,0-1 0,-4-17 0,4 11 0,2-1 0,0 1 0,1-1 0,1 0 0,0 1 0,3-18 0,-1 23 0,0 0 0,0 0 0,1 0 0,1 0 0,-1 0 0,2 1 0,-1-1 0,2 1 0,10-17 0,-14 25 0,0-1 0,0 1 0,0-1 0,0 1 0,1 0 0,-1-1 0,1 1 0,-1 1 0,1-1 0,0 0 0,0 0 0,-1 1 0,1 0 0,0 0 0,0 0 0,1 0 0,-1 0 0,0 0 0,0 1 0,0-1 0,0 1 0,1 0 0,-1 0 0,0 0 0,0 1 0,1-1 0,-1 1 0,0 0 0,0-1 0,0 2 0,0-1 0,0 0 0,4 3 0,-3-2 0,0 1 0,0 0 0,0 0 0,0 1 0,-1-1 0,1 1 0,-1-1 0,0 1 0,0 0 0,-1 1 0,1-1 0,-1 0 0,0 1 0,0-1 0,0 1 0,0 0 0,-1 0 0,0 0 0,0-1 0,0 1 0,-1 6 0,0-2 0,-1-1 0,-1 1 0,0-1 0,0 1 0,0-1 0,-1 0 0,0 0 0,-1 0 0,0 0 0,0-1 0,-7 10 0,2-4 0,-1-1 0,1 0 0,-2-1 0,0 0 0,-19 15 0,27-23 0,-1-1 0,0 1 0,0-1 0,0 0 0,-1 0 0,1 0 0,0 0 0,-1-1 0,1 0 0,-1 0 0,1 0 0,-1 0 0,0-1 0,1 0 0,-1 0 0,0 0 0,-8-2 0,6 1 0,0-2 0,1 1 0,-1-1 0,1 0 0,-1 0 0,1-1 0,0 1 0,1-1 0,-1-1 0,-9-8 0,4 2 0,1-1 0,1 0 0,0 0 0,0-1 0,1 0 0,1 0 0,0-1 0,1 0 0,0 0 0,-5-22 0,10 32 0,0 0 0,1 0 0,-1-1 0,1 1 0,0-1 0,0 1 0,1 0 0,-1-1 0,1 1 0,0 0 0,0 0 0,1-1 0,-1 1 0,1 0 0,0 0 0,0 1 0,0-1 0,0 0 0,1 0 0,-1 1 0,1 0 0,0-1 0,0 1 0,0 0 0,1 1 0,-1-1 0,1 0 0,-1 1 0,1 0 0,0 0 0,0 0 0,0 0 0,0 1 0,0 0 0,1-1 0,-1 2 0,0-1 0,0 0 0,1 1 0,-1 0 0,1 0 0,-1 0 0,0 0 0,1 1 0,-1 0 0,0-1 0,0 2 0,1-1 0,-1 0 0,0 1 0,0 0 0,-1 0 0,1 0 0,7 6 0,-4-3 0,0 1 0,-1 0 0,0 1 0,0 0 0,0 0 0,-1 0 0,0 0 0,0 1 0,-1 0 0,0 0 0,-1 0 0,1 1 0,-2-1 0,1 1 0,-1-1 0,2 16 0,-3-14 0,-1 1 0,1-1 0,-2 1 0,1-1 0,-2 0 0,1 1 0,-1-1 0,-1 0 0,0 0 0,0 0 0,-1 0 0,0-1 0,-1 0 0,-6 11 0,10-19 0,1 0 0,-1 0 0,1 0 0,-1 0 0,0 0 0,1 0 0,-1 0 0,0-1 0,0 1 0,1 0 0,-1 0 0,0-1 0,0 1 0,0 0 0,0-1 0,0 1 0,0-1 0,0 1 0,0-1 0,-2 1 0,2-2 0,0 1 0,1 0 0,-1-1 0,1 1 0,-1 0 0,0-1 0,1 1 0,-1-1 0,1 1 0,0-1 0,-1 0 0,1 1 0,-1-1 0,1 1 0,0-1 0,-1 0 0,1 1 0,0-1 0,0 0 0,0 1 0,-1-1 0,1 0 0,0-1 0,-1-4 0,0 0 0,1-1 0,0 1 0,0-1 0,2-12 0,0 13 0,0 0 0,0 0 0,1 0 0,0 0 0,0 0 0,1 1 0,0 0 0,-1-1 0,2 1 0,-1 1 0,1-1 0,-1 1 0,1-1 0,1 1 0,-1 1 0,0-1 0,9-3 0,-8 3 0,1 1 0,-1 0 0,1 0 0,0 1 0,0-1 0,1 2 0,-1-1 0,0 1 0,1 0 0,-1 0 0,0 1 0,1 0 0,-1 1 0,0-1 0,9 3 0,-12-1 0,0 0 0,0 0 0,0 1 0,0-1 0,0 1 0,0 0 0,-1 0 0,1 0 0,-1 1 0,0-1 0,0 1 0,0-1 0,-1 1 0,1 0 0,-1 0 0,0 1 0,0-1 0,0 0 0,-1 1 0,0-1 0,2 9 0,-1-6 0,-1 0 0,0 0 0,0 0 0,0 1 0,-1-1 0,0 0 0,-1 0 0,0 0 0,0 0 0,0 1 0,-1-1 0,0-1 0,-4 12 0,3-14 0,0 1 0,0-1 0,-1 0 0,1 0 0,-1 0 0,0-1 0,0 1 0,0-1 0,-1 0 0,1 0 0,-1-1 0,1 1 0,-1-1 0,-8 3 0,10-4 0,0 0 0,0 0 0,0-1 0,0 1 0,0-1 0,1 1 0,-1-1 0,0 0 0,0 0 0,0-1 0,0 1 0,0 0 0,0-1 0,0 0 0,0 0 0,0 0 0,1 0 0,-1 0 0,0 0 0,1-1 0,-1 1 0,1-1 0,0 0 0,-1 0 0,1 0 0,0 0 0,-3-4 0,-1-2 0,2 0 0,-1 0 0,1 0 0,0-1 0,1 0 0,0 0 0,0 0 0,1 0 0,0 0 0,0-1 0,1 1 0,1 0 0,0-1 0,1-12 0,0 8 0,1 0 0,1 0 0,0 1 0,1-1 0,0 1 0,1 0 0,1 0 0,14-24 0,-17 32 0,34-48 0,-34 49 0,0 1 0,1-1 0,-1 1 0,1 0 0,0-1 0,0 2 0,0-1 0,0 0 0,0 1 0,9-4 0,-12 6 0,0-1 0,0 1 0,0 0 0,0 0 0,0 0 0,1 0 0,-1 0 0,0 0 0,0 0 0,0 0 0,0 0 0,0 1 0,0-1 0,0 0 0,0 1 0,0-1 0,0 1 0,0-1 0,0 1 0,0-1 0,0 1 0,0 0 0,-1-1 0,1 1 0,0 0 0,0 0 0,-1 0 0,1 0 0,0-1 0,-1 1 0,1 0 0,-1 0 0,1 0 0,-1 0 0,0 0 0,1 0 0,-1 1 0,0-1 0,0 0 0,1 0 0,-1 1 0,1 7 0,0 0 0,0 0 0,-2 17 0,1-23 0,-1 21 0,-2-1 0,0 1 0,-2-1 0,0 0 0,-2-1 0,0 0 0,-2 0 0,0 0 0,-1-1 0,-2 0 0,0-1 0,-1 0 0,-1-1 0,-1-1 0,0 0 0,-32 28 0,47-46 0,-1 0 0,1 1 0,0-1 0,0 0 0,-1 1 0,1-1 0,0 0 0,-1 1 0,1-1 0,-1 0 0,1 0 0,0 1 0,-1-1 0,1 0 0,-1 0 0,1 0 0,0 0 0,-1 1 0,1-1 0,-1 0 0,1 0 0,-1 0 0,1 0 0,-1 0 0,1 0 0,-1 0 0,1 0 0,0-1 0,-1 1 0,0-12 0,11-19 0,1 11 0,1 0 0,1 1 0,23-25 0,-32 38 0,2 0 0,-1 1 0,1 0 0,-1 0 0,1 1 0,1-1 0,-1 1 0,0 0 0,1 1 0,0 0 0,0 0 0,0 0 0,0 1 0,13-2 0,-19 4 0,-1-1 0,1 1 0,0 0 0,0 0 0,0 0 0,0 1 0,0-1 0,-1 0 0,1 0 0,0 0 0,0 1 0,0-1 0,-1 0 0,1 1 0,0-1 0,0 1 0,-1-1 0,1 1 0,0-1 0,-1 1 0,1-1 0,0 1 0,-1 0 0,1-1 0,-1 1 0,1 0 0,-1-1 0,0 1 0,1 1 0,0 1 0,0 0 0,0 0 0,-1 0 0,1 0 0,-1 0 0,0 0 0,0 0 0,0 5 0,-1 3 0,-1 0 0,0-1 0,-1 1 0,-4 10 0,3-11 0,0-1 0,-1 1 0,-12 15 0,15-21 0,-1 0 0,0-1 0,0 0 0,0 1 0,-1-1 0,1 0 0,-1-1 0,1 1 0,-1-1 0,0 1 0,-7 2 0,10-5 0,1 0 0,0 0 0,0 0 0,-1 1 0,1-1 0,0 0 0,0 0 0,-1 0 0,1 0 0,0 0 0,0 0 0,-1 0 0,1 0 0,0 0 0,-1 0 0,1 0 0,0 0 0,0 0 0,-1 0 0,1 0 0,0 0 0,0 0 0,-1-1 0,1 1 0,0 0 0,0 0 0,-1 0 0,1 0 0,0 0 0,0-1 0,0 1 0,-1 0 0,1 0 0,0 0 0,0-1 0,0 1 0,1-11 0,10-14 0,5-2 0,2 0 0,1 1 0,1 1 0,1 1 0,1 0 0,1 2 0,1 1 0,1 1 0,43-27 0,-63 44 0,0 1 0,0-1 0,0 1 0,0 0 0,9-2 0,-13 4 0,-1 0 0,1 0 0,-1 0 0,1 0 0,-1 0 0,1 0 0,-1 0 0,1 0 0,-1 0 0,1 0 0,-1 0 0,1 0 0,-1 0 0,1 0 0,-1 1 0,1-1 0,-1 0 0,1 0 0,-1 0 0,1 1 0,-1-1 0,1 0 0,-1 1 0,0-1 0,1 0 0,-1 1 0,1 0 0,-1 1 0,0-1 0,0 0 0,0 0 0,0 0 0,0 0 0,0 0 0,0 1 0,-1-1 0,1 0 0,0 0 0,0 0 0,-1 0 0,1 0 0,-1 0 0,1 0 0,-2 2 0,-12 19 0,0-1 0,-2 0 0,0-1 0,-2-1 0,0 0 0,-24 19 0,-4 5 0,11-8 0,16-14 0,-2-1 0,0 0 0,-1-2 0,-27 18 0,41-35 0,13-11 0,12-13 0,12-7 0,1 1 0,1 1 0,1 2 0,61-39 0,-93 65 0,0 0 0,0 0 0,0 1 0,0-1 0,0 0 0,1 0 0,-1 0 0,0 0 0,0 0 0,0 0 0,0 0 0,0 0 0,0 0 0,0 0 0,0 0 0,0 0 0,0 0 0,0 0 0,0 0 0,0 0 0,0 0 0,0 0 0,1 0 0,-1 0 0,0 0 0,0 0 0,0 0 0,0 0 0,0 0 0,0 0 0,0 0 0,0 0 0,0 0 0,0 0 0,0 0 0,1 0 0,-1 0 0,0 0 0,-10 11 0,-16 12 0,-135 66 0,157-89 0,6-4 0,17-15 0,27-22 0,76-67 0,-170 140 0,-97 49 0,134-75 0,9-4 0,0-1 0,0 0 0,-1 0 0,1 1 0,0-1 0,-1-1 0,1 1 0,-1 0 0,1-1 0,-4 1 0,50-34 0,35-32 0,-49 38 0,0 2 0,65-40 0,-95 65 0,0 1 0,0-1 0,0 0 0,0 0 0,0 0 0,0 0 0,0 0 0,0 0 0,0 0 0,0 1 0,0-1 0,0 0 0,0 0 0,0 0 0,0 0 0,0 0 0,0 0 0,0 0 0,0 0 0,0 0 0,0 0 0,1 1 0,-1-1 0,0 0 0,0 0 0,0 0 0,0 0 0,0 0 0,0 0 0,0 0 0,0 0 0,1 0 0,-1 0 0,0 0 0,0 0 0,0 0 0,0 0 0,0 0 0,0 0 0,0 0 0,1 0 0,-1 0 0,0 0 0,0 0 0,0 0 0,0 0 0,0 0 0,0 0 0,0 0 0,0 0 0,1 0 0,-1-1 0,0 1 0,0 0 0,0 0 0,0 0 0,0 0 0,0 0 0,-8 13 0,-16 15 0,-23 19-1365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7:47:29.1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138 1038 24575,'-3'4'0,"1"1"0,-1-1 0,1 1 0,0-1 0,1 1 0,-1 0 0,1 0 0,0 0 0,0 8 0,-3 6 0,1-6 0,1-10 0,1 0 0,-1 1 0,1-1 0,1 1 0,-1-1 0,0 1 0,1-1 0,-1 1 0,1 0 0,0-1 0,1 1 0,-1 0 0,2 5 0,0-7 0,1-1 0,-1 0 0,1 0 0,0 0 0,0 0 0,-1 0 0,1-1 0,0 1 0,0-1 0,0 0 0,-1 0 0,1 0 0,0 0 0,5-2 0,1 2 0,119-1 0,-127 1 0,-1 0 0,0 0 0,0 0 0,0 0 0,0 0 0,1 0 0,-1 0 0,0 0 0,0 0 0,0 0 0,0 0 0,1 0 0,-1 0 0,0 0 0,0 0 0,0 0 0,0 0 0,1 0 0,-1 0 0,0 0 0,0 0 0,0 0 0,0 0 0,1 0 0,-1 0 0,0 0 0,0 1 0,0-1 0,0 0 0,0 0 0,0 0 0,1 0 0,-1 0 0,0 0 0,0 1 0,0-1 0,0 0 0,0 0 0,0 0 0,0 0 0,0 1 0,0-1 0,0 0 0,0 0 0,0 0 0,0 0 0,0 1 0,0-1 0,0 0 0,-8 8 0,-16 5 0,8-6 0,0-1 0,-1-1 0,-29 5 0,109-45 0,-62 34 0,147-61 0,-130 56 0,0 1 0,0 1 0,0 0 0,1 1 0,-1 1 0,30 0 0,-43 2 0,0 1 0,0-1 0,0 1 0,-1 0 0,1 1 0,0-1 0,0 1 0,-1 0 0,7 3 0,-9-4 0,-1 0 0,1 1 0,0-1 0,-1 0 0,1 1 0,-1-1 0,0 1 0,1-1 0,-1 1 0,0 0 0,0-1 0,0 1 0,0 0 0,0 0 0,-1 0 0,1 0 0,0 0 0,-1 0 0,0 0 0,1 0 0,-1 0 0,0 0 0,0 0 0,0 3 0,0-3 0,-1 0 0,1 0 0,-1 0 0,1 0 0,-1 0 0,0-1 0,1 1 0,-1 0 0,0 0 0,0 0 0,0-1 0,-1 1 0,1 0 0,0-1 0,0 1 0,-1-1 0,1 0 0,-1 1 0,0-1 0,1 0 0,-1 0 0,0 0 0,0 0 0,0 0 0,1 0 0,-1-1 0,0 1 0,0 0 0,0-1 0,0 0 0,-3 1 0,-7 0 0,0 0 0,0-1 0,0 0 0,-14-3 0,21 3 0,-4-7 0,9 6 0,-1 1 0,1 0 0,0-1 0,-1 1 0,1-1 0,0 1 0,-1-1 0,1 1 0,0 0 0,-1-1 0,1 1 0,-1 0 0,1-1 0,-1 1 0,1 0 0,-1 0 0,1 0 0,-1-1 0,1 1 0,-1 0 0,1 0 0,-1 0 0,1 0 0,-1 0 0,1 0 0,-1 0 0,0 0 0,-258 3 0,176-3 0,83 0 0,0 0 0,0 0 0,0 0 0,0 1 0,0-1 0,0 0 0,0 0 0,0 0 0,0 0 0,0 0 0,0 0 0,0 0 0,0 0 0,0 1 0,0-1 0,0 0 0,0 0 0,0 0 0,0 0 0,0 0 0,0 0 0,0 0 0,0 0 0,0 1 0,0-1 0,0 0 0,0 0 0,0 0 0,-1 0 0,1 0 0,0 0 0,0 0 0,0 0 0,0 0 0,0 0 0,0 0 0,0 1 0,0-1 0,0 0 0,0 0 0,-1 0 0,1 0 0,0 0 0,0 0 0,0 0 0,0 0 0,0 0 0,0 0 0,0 0 0,0 0 0,-1 0 0,1 0 0,0 0 0,0 0 0,0 0 0,15 8 0,22 6 0,-10-6 0,1-1 0,1-1 0,44 2 0,87-4 0,-113-5 0,-44 2 0,-6-1 0,-16 2 0,-31 1 0,-56-2 0,-112-3 0,212 2 0,1-1 0,-1-1 0,1 1 0,0-1 0,0 0 0,-1 0 0,-4-4 0,5 4 0,1 0 0,-1-1 0,0 1 0,0 1 0,0-1 0,0 1 0,0 0 0,0 0 0,-8 0 0,-17 1 0,18 1 0,39-1 0,98 9 0,-60-3 0,-18-4 0,-1-3 0,1-1 0,-1-2 0,1-3 0,47-12 0,-62 12 0,0 1 0,1 2 0,46 0 0,-140 0 0,-64-12 0,-80-7 0,204 23 0,0 0 0,0 0 0,0 0 0,0 0 0,0 0 0,1 0 0,-1 0 0,0 0 0,0 0 0,0-1 0,0 1 0,1 0 0,-1-1 0,0 1 0,0 0 0,0-1 0,1 1 0,-1-1 0,0 1 0,1-1 0,-1 1 0,0-1 0,0-1 0,1 1 0,0 0 0,0-1 0,0 1 0,0 0 0,0-1 0,0 1 0,1 0 0,-1-1 0,0 1 0,1 0 0,-1-1 0,1 1 0,0 0 0,0-2 0,6-8 0,0 1 0,0 0 0,0 0 0,1 1 0,1 0 0,0 0 0,0 1 0,1 0 0,-1 1 0,21-11 0,-2 2 0,0 2 0,60-21 0,-80 32 0,-2 1 0,-1-1 0,1 1 0,0 1 0,0-1 0,1 1 0,-1 0 0,0 0 0,0 1 0,1 0 0,-1 0 0,7 1 0,-12-1 0,-1 0 0,0 0 0,0 1 0,1-1 0,-1 0 0,0 1 0,0-1 0,0 0 0,0 0 0,0 1 0,1-1 0,-1 0 0,0 1 0,0-1 0,0 0 0,0 1 0,0-1 0,0 0 0,0 1 0,0-1 0,0 0 0,0 1 0,0-1 0,0 0 0,0 1 0,-1-1 0,1 0 0,0 1 0,0-1 0,0 0 0,0 0 0,0 1 0,-1-1 0,1 0 0,0 0 0,0 1 0,-1-1 0,1 0 0,0 0 0,0 1 0,-1-1 0,-12 14 0,12-13 0,-255 216 0,339-294 0,80-44 0,-136 104 0,1 1 0,0 1 0,2 1 0,40-13 0,-66 26 0,-1 0 0,0 1 0,1-1 0,-1 0 0,0 1 0,1 0 0,5 0 0,-9 0 0,0 0 0,0 0 0,1 0 0,-1 0 0,0 0 0,0 0 0,0 0 0,1 0 0,-1 0 0,0 0 0,0 1 0,0-1 0,1 0 0,-1 0 0,0 0 0,0 0 0,0 0 0,0 1 0,1-1 0,-1 0 0,0 0 0,0 0 0,0 0 0,0 1 0,0-1 0,0 0 0,0 0 0,0 0 0,0 1 0,0-1 0,0 0 0,1 0 0,-1 0 0,0 1 0,0-1 0,0 0 0,-1 0 0,1 1 0,-10 14 0,-32 26 0,-2-3 0,-2-2 0,0-1 0,-75 40 0,189-138 0,-27 32 0,0 1 0,57-29 0,-71 45 0,1 0 0,1 2 0,0 2 0,60-15 0,-88 25 0,0-1 0,0 1 0,0 0 0,0 0 0,0-1 0,0 1 0,0 0 0,1 0 0,-1 0 0,0 0 0,0 0 0,0 1 0,0-1 0,0 0 0,0 0 0,0 1 0,2 0 0,-3-1 0,0 1 0,0-1 0,0 1 0,0-1 0,0 1 0,0-1 0,-1 1 0,1-1 0,0 1 0,0-1 0,0 1 0,-1-1 0,1 1 0,0-1 0,0 1 0,-1-1 0,1 1 0,0-1 0,-1 0 0,1 1 0,0-1 0,-1 0 0,1 1 0,-2-1 0,-40 32 0,33-26 0,-346 234 0,347-235 0,9-4 0,23-8 0,36-17 0,88-44 0,66-27 0,-193 90 0,-21 5 0,0 0 0,0 1 0,1-1 0,-1 0 0,0 1 0,0-1 0,0 0 0,0 0 0,0 1 0,0-1 0,0 0 0,0 1 0,0-1 0,0 0 0,0 1 0,0-1 0,0 0 0,0 0 0,0 1 0,0-1 0,0 0 0,0 1 0,-1-1 0,1 0 0,0 0 0,0 1 0,0-1 0,0 0 0,-1 0 0,1 1 0,0-1 0,0 0 0,0 0 0,-1 1 0,-30 28 0,-15 0 0,-2-2 0,-90 38 0,44-23 0,89-39 0,8-6 0,21-10 0,37-19 0,-4 3 0,219-94 0,-268 120 0,-5 2 0,0-1 0,0 1 0,0 0 0,0 0 0,0 0 0,0 0 0,0 1 0,0-1 0,1 1 0,-1 0 0,0 0 0,0 0 0,4 1 0,-7-1 0,0 1 0,0-1 0,0 1 0,-1 0 0,1-1 0,0 1 0,0-1 0,0 1 0,0 0 0,-1-1 0,1 1 0,0-1 0,-1 1 0,1-1 0,0 1 0,-1-1 0,1 1 0,0-1 0,-1 0 0,1 1 0,-1-1 0,1 1 0,-1-1 0,1 0 0,-1 0 0,1 1 0,-2-1 0,-15 13 0,-36 18 0,-1-2 0,-2-3 0,-61 19 0,110-42 0,0-1 0,0 0 0,0-1 0,0 0 0,-1 0 0,1 0 0,-1-1 0,1 0 0,0-1 0,-11-1 0,18 2 0,-1-1 0,0 1 0,1 0 0,-1-1 0,1 1 0,-1-1 0,0 1 0,1-1 0,-1 1 0,1-1 0,-1 1 0,1-1 0,0 1 0,-1-1 0,1 0 0,-1 1 0,1-1 0,0 0 0,0 1 0,-1-1 0,1 0 0,0 1 0,0-1 0,0 0 0,0 0 0,0 1 0,0-1 0,0 0 0,0 0 0,0 0 0,4-27 0,-3 25 0,7-29 0,1 0 0,16-36 0,-11 35 0,14-57 0,-28 89 0,0 1 0,0-1 0,0 1 0,0-1 0,0 1 0,0 0 0,0-1 0,0 1 0,0-1 0,0 1 0,0-1 0,0 1 0,0 0 0,0-1 0,-1 1 0,1-1 0,0 1 0,0 0 0,0-1 0,-1 1 0,1-1 0,0 1 0,0 0 0,-1-1 0,1 1 0,0 0 0,-1 0 0,1-1 0,0 1 0,-1 0 0,1 0 0,0-1 0,-1 1 0,-19-2 0,-26 11 0,41-8 0,-143 50 0,148-51 0,0 0 0,0 0 0,0 0 0,-1 1 0,1-1 0,0 0 0,0 0 0,0 0 0,-1 0 0,1 0 0,0 0 0,0 0 0,-1 0 0,1 0 0,0 0 0,0 0 0,0 0 0,-1 0 0,1 0 0,0 0 0,0 0 0,-1 0 0,1 0 0,0 0 0,0 0 0,0 0 0,-1-1 0,1 1 0,0 0 0,0 0 0,0 0 0,-1 0 0,1 0 0,0-1 0,0 1 0,0 0 0,0 0 0,0 0 0,0-1 0,-1 1 0,6-10 0,13-11 0,27-22 0,3 3 0,1 2 0,1 1 0,62-32 0,-111 69 0,-1 0 0,0-1 0,1 1 0,-1 0 0,0 0 0,1-1 0,-1 1 0,1 0 0,-1 0 0,0 0 0,1-1 0,-1 1 0,1 0 0,-1 0 0,0 0 0,1 0 0,-1 0 0,1 0 0,-1 0 0,1 0 0,-1 0 0,1 0 0,-1 0 0,0 0 0,1 0 0,-1 1 0,1-1 0,-1 0 0,0 0 0,1 0 0,-1 0 0,1 1 0,-1-1 0,0 0 0,1 1 0,-1-1 0,-1 18 0,-16 22 0,2-15 0,-2-1 0,0 0 0,-30 31 0,-67 58 0,109-108 0,0 0 0,0 0 0,-1 0 0,1-1 0,-1 0 0,0 0 0,0 0 0,-10 4 0,14-8 0,0 1 0,-1-1 0,1 1 0,-1-1 0,1 0 0,0 0 0,-1 0 0,1 0 0,0 0 0,-1-1 0,1 1 0,0-1 0,-1 1 0,1-1 0,0 0 0,0 0 0,-1 0 0,1 0 0,0-1 0,0 1 0,0 0 0,1-1 0,-1 1 0,0-1 0,-2-3 0,-2-3 0,0 1 0,1-1 0,0 0 0,0 0 0,1-1 0,0 1 0,0-1 0,1 0 0,0 0 0,1 0 0,0 0 0,0-1 0,1 1 0,0-1 0,1-11 0,1-1 0,0 1 0,1 0 0,1-1 0,2 1 0,10-34 0,-12 46 0,1-1 0,0 1 0,1 0 0,0 0 0,0 0 0,1 1 0,0-1 0,0 1 0,11-10 0,-13 15 0,-1 0 0,1 1 0,-1-1 0,1 1 0,0-1 0,0 1 0,0 0 0,1 0 0,-1 1 0,0-1 0,1 1 0,-1 0 0,1 0 0,-1 1 0,1-1 0,-1 1 0,1 0 0,0 0 0,-1 1 0,1-1 0,-1 1 0,1 0 0,4 2 0,-4-1 0,0 1 0,-1-1 0,0 1 0,0 0 0,1 0 0,-2 1 0,1-1 0,0 1 0,-1 0 0,0 0 0,1 0 0,-2 0 0,1 0 0,0 1 0,-1-1 0,0 1 0,0 0 0,1 5 0,4 12 0,0 0 0,4 36 0,-9-44 0,0 1 0,-2 0 0,0-1 0,0 1 0,-2 0 0,1-1 0,-2 1 0,0-1 0,-1 0 0,-6 17 0,6-21 0,-1 1 0,0-1 0,-1 0 0,1-1 0,-2 1 0,0-1 0,0-1 0,0 1 0,-1-1 0,0-1 0,-1 1 0,0-1 0,-19 11 0,26-16 0,0-1 0,0 0 0,0 0 0,0 0 0,0 0 0,-1 0 0,1 0 0,0-1 0,-1 1 0,1-1 0,0 1 0,-1-1 0,1 0 0,-1 0 0,1 0 0,0 0 0,-1-1 0,1 1 0,-1-1 0,1 1 0,0-1 0,-1 0 0,1 0 0,0 0 0,0 0 0,0 0 0,0 0 0,0-1 0,0 1 0,0-1 0,0 1 0,1-1 0,-1 0 0,0 0 0,1 0 0,0 0 0,-1 0 0,-1-3 0,-3-7 0,1-1 0,0 1 0,1-1 0,0 0 0,-3-21 0,4 14 0,0-1 0,2 0 0,0 0 0,1 0 0,1 0 0,2 0 0,0 1 0,0-1 0,2 1 0,1 0 0,9-22 0,-11 32 0,1 0 0,0 0 0,1 1 0,0 0 0,0 0 0,1 0 0,0 1 0,1 0 0,0 1 0,9-8 0,-10 10 0,1 1 0,-1-1 0,1 1 0,0 1 0,0 0 0,0 0 0,0 0 0,1 1 0,-1 0 0,1 1 0,-1 0 0,1 0 0,0 1 0,9 0 0,-15 1 0,-1-1 0,1 0 0,0 1 0,0 0 0,-1 0 0,1 0 0,0 0 0,-1 0 0,1 0 0,-1 0 0,0 1 0,1-1 0,-1 1 0,0 0 0,4 4 0,-2-2 0,-1 1 0,1 0 0,-1 0 0,0 0 0,0 0 0,-1 0 0,3 7 0,0 5 0,0 1 0,-1-1 0,-2 0 0,2 21 0,-3-24 0,-1 0 0,-1-1 0,0 1 0,-1 0 0,0-1 0,-1 0 0,0 1 0,-1-1 0,-1 0 0,0-1 0,-14 24 0,13-26 0,0-1 0,-1 1 0,0-2 0,-1 1 0,0-1 0,0 0 0,-1-1 0,0 0 0,0 0 0,0-1 0,-1 0 0,0-1 0,-1 0 0,-20 7 0,28-11 0,-1 0 0,1 0 0,-1-1 0,1 1 0,-1-1 0,1 0 0,-1 0 0,1 0 0,-1-1 0,1 1 0,-1-1 0,1 0 0,-1 0 0,1 0 0,0 0 0,-1-1 0,1 1 0,0-1 0,0 0 0,0 0 0,0 0 0,1 0 0,-1 0 0,0-1 0,1 1 0,-1-1 0,1 0 0,-3-4 0,-3-6 0,1 1 0,0-1 0,1 0 0,1-1 0,-8-25 0,9 21 0,1 0 0,0 0 0,1 0 0,1 0 0,1 0 0,0 0 0,1 0 0,2 0 0,-1 0 0,2 1 0,0-1 0,1 1 0,1 0 0,1 0 0,14-25 0,-15 30 0,1 0 0,0 1 0,1 0 0,1 1 0,-1-1 0,2 2 0,-1-1 0,2 1 0,-1 1 0,1 0 0,0 0 0,0 1 0,1 1 0,0 0 0,1 0 0,-1 1 0,1 1 0,0 0 0,0 1 0,0 0 0,22-1 0,-32 3 0,1 1 0,-1 0 0,1 1 0,-1-1 0,1 1 0,-1-1 0,0 1 0,1 0 0,-1 0 0,0 1 0,1-1 0,-1 1 0,0-1 0,0 1 0,0 0 0,4 4 0,-2-2 0,-2 1 0,1-1 0,0 1 0,-1 0 0,0 0 0,0 0 0,0 1 0,-1-1 0,3 7 0,1 9 0,-1 0 0,-1 0 0,-1 0 0,0 31 0,-3-36 0,0-1 0,-1 1 0,-1 0 0,-1-1 0,0 0 0,-1 1 0,0-1 0,-2-1 0,1 1 0,-2-1 0,0 0 0,-1 0 0,0-1 0,-12 16 0,12-19 0,-1 0 0,0 0 0,-1-1 0,0 0 0,0-1 0,0 0 0,-1-1 0,-1 0 0,1 0 0,-1-2 0,0 1 0,0-1 0,-1-1 0,0 0 0,0-1 0,1 0 0,-18 1 0,25-4 0,1-1 0,-1 1 0,0-1 0,1 0 0,-1 0 0,0 0 0,1 0 0,-1-1 0,1 0 0,0 0 0,-1 0 0,1 0 0,0-1 0,0 0 0,1 1 0,-1-1 0,1-1 0,-1 1 0,1-1 0,0 1 0,0-1 0,0 0 0,1 0 0,-1 0 0,1 0 0,-2-6 0,-2-4 0,0 0 0,1-1 0,1 1 0,0-1 0,1 0 0,1 0 0,-1-16 0,3 10 0,0 1 0,2-1 0,0 1 0,1 0 0,7-22 0,-7 30 0,0 1 0,1 0 0,1 0 0,-1 0 0,2 1 0,0-1 0,0 1 0,1 1 0,0-1 0,11-10 0,-15 17 0,1 0 0,0 0 0,0 1 0,0-1 0,0 1 0,1 0 0,-1 0 0,0 1 0,1-1 0,0 1 0,-1 0 0,1 0 0,4 0 0,-6 1 0,-1 0 0,0 0 0,0 0 0,0 0 0,0 0 0,0 0 0,0 1 0,0-1 0,0 1 0,0 0 0,0-1 0,0 1 0,0 0 0,0 0 0,0 0 0,-1 0 0,1 0 0,0 1 0,-1-1 0,1 1 0,-1-1 0,1 1 0,-1-1 0,0 1 0,1 0 0,-1-1 0,0 1 0,0 0 0,-1 0 0,2 4 0,1 5 0,-2 0 0,0 1 0,0-1 0,-1 0 0,0 1 0,-1-1 0,-1 1 0,1-1 0,-2 0 0,0 0 0,0 0 0,-1 0 0,0 0 0,-1-1 0,0 0 0,-1 0 0,-9 14 0,8-15 0,1-1 0,-1 0 0,0 0 0,-1-1 0,0 0 0,0 0 0,0 0 0,-16 7 0,18-10 0,0-1 0,-1-1 0,1 1 0,-1-1 0,1 0 0,-1-1 0,0 0 0,0 0 0,0 0 0,0-1 0,0 0 0,0 0 0,-11-2 0,14 1 0,0 0 0,1 0 0,-1 0 0,0-1 0,1 0 0,-1 0 0,1 0 0,-1 0 0,1 0 0,0 0 0,0-1 0,0 0 0,0 1 0,1-1 0,-1 0 0,1 0 0,0-1 0,0 1 0,0 0 0,0-1 0,0 0 0,1 1 0,-1-1 0,1 0 0,0 1 0,0-1 0,1 0 0,-1 0 0,1-8 0,-1 1 0,1 0 0,1 0 0,0-1 0,0 1 0,1 0 0,0 0 0,1 0 0,0 1 0,7-15 0,-2 11 0,-1 1 0,2 0 0,0 0 0,0 1 0,2 0 0,-1 1 0,1 0 0,1 1 0,0 0 0,0 1 0,19-12 0,-14 12 0,1 0 0,0 1 0,0 0 0,0 2 0,1 0 0,0 1 0,0 1 0,32-3 0,-47 6 0,0 1 0,0 0 0,0 0 0,1 1 0,-1-1 0,0 1 0,0 0 0,0 0 0,0 0 0,0 0 0,0 1 0,0-1 0,-1 1 0,1 0 0,0 1 0,-1-1 0,0 0 0,1 1 0,-1 0 0,3 3 0,-3-2 0,0 1 0,0-1 0,-1 1 0,1-1 0,-1 1 0,0 0 0,-1 0 0,1 0 0,-1 0 0,0 0 0,0 0 0,0 1 0,-1-1 0,0 0 0,-1 10 0,0-6 0,-1-1 0,0 1 0,-1 0 0,0-1 0,0 1 0,-1-1 0,0 0 0,0 0 0,-1 0 0,0-1 0,0 0 0,-1 0 0,-10 10 0,1-2 0,0-2 0,-1 0 0,-1 0 0,-33 18 0,8-14 0,40-16 0,-1 0 0,1-1 0,0 1 0,0-1 0,-1 0 0,1 1 0,0-1 0,0 0 0,-1 0 0,1 0 0,0-1 0,0 1 0,-1-1 0,1 1 0,0-1 0,0 0 0,-3-1 0,3 1 0,1-1 0,0 1 0,1-1 0,-1 1 0,0-1 0,0 1 0,0-1 0,1 1 0,-1-1 0,1 0 0,0 1 0,-1-1 0,1 0 0,0 0 0,0 1 0,0-1 0,0 0 0,0 1 0,0-1 0,1 0 0,-1 0 0,1-1 0,12-39 0,-6 25 0,1 0 0,1 1 0,0 1 0,1 0 0,1 0 0,1 0 0,0 2 0,0-1 0,1 2 0,1 0 0,0 0 0,1 1 0,27-15 0,-26 17 0,1 1 0,1 0 0,-1 1 0,1 1 0,0 1 0,1 0 0,-1 1 0,1 1 0,0 1 0,-1 1 0,1 0 0,0 2 0,23 2 0,-41-3 0,-1 0 0,0 0 0,0 0 0,1 0 0,-1 0 0,0 0 0,0 0 0,1 0 0,-1 0 0,0 0 0,1 1 0,-1-1 0,0 0 0,0 0 0,1 0 0,-1 0 0,0 0 0,0 0 0,0 1 0,1-1 0,-1 0 0,0 0 0,0 0 0,0 0 0,1 1 0,-1-1 0,0 0 0,0 0 0,0 1 0,0-1 0,0 0 0,0 0 0,0 1 0,1-1 0,-1 1 0,-7 7 0,-20 9 0,25-16 0,-60 34 0,-1-4 0,-2-2 0,-1-3 0,-1-3 0,-1-3 0,0-3 0,-107 12 0,162-28 0,0 0 0,-1-1 0,-16-3 0,71-12 0,283-81 0,-262 83 0,0 2 0,0 3 0,89 0 0,-129 11 0,-22-3 0,0 0 0,0 0 0,1 0 0,-1 0 0,0 0 0,0 0 0,0 0 0,0 0 0,1 0 0,-1 1 0,0-1 0,0 0 0,0 0 0,0 0 0,1 0 0,-1 0 0,0 0 0,0 1 0,0-1 0,0 0 0,0 0 0,0 0 0,0 0 0,1 1 0,-1-1 0,0 0 0,0 0 0,0 0 0,0 1 0,0-1 0,0 0 0,0 0 0,0 0 0,0 1 0,0-1 0,0 0 0,0 0 0,0 0 0,0 1 0,0-1 0,0 0 0,-1 1 0,-1 0 0,0 1 0,0 0 0,0-1 0,0 1 0,-1-1 0,1 1 0,-1-1 0,1 0 0,-1 0 0,1 0 0,-5 0 0,-65 18 0,-146 17 0,-79-18 0,281-18 0,-86-2 0,92 2 0,1-2 0,-1 1 0,0-1 0,1-1 0,-1 0 0,1 0 0,0-1 0,-9-5 0,17 9 0,0 0 0,1-1 0,-1 0 0,1 1 0,-1-1 0,1 1 0,-1-1 0,1 0 0,-1 1 0,1-1 0,0 0 0,-1 1 0,1-1 0,0 0 0,0 0 0,0 1 0,-1-1 0,1 0 0,0 0 0,0 0 0,0 1 0,0-1 0,0 0 0,0 0 0,1 1 0,-1-1 0,0 0 0,0 0 0,0 0 0,1 1 0,-1-1 0,0 0 0,1 1 0,-1-1 0,1 0 0,-1 1 0,1-1 0,0 0 0,23-25 0,-10 16 0,2 0 0,-1 1 0,1 1 0,1 0 0,-1 1 0,1 1 0,30-7 0,1 3 0,79-6 0,-115 15 0,36-3 0,64 3 0,-100 2 0,0 0 0,1 0 0,-1 1 0,0 1 0,0 0 0,0 1 0,0 0 0,-1 1 0,1 0 0,15 10 0,-25-13 0,0-1 0,0 0 0,0 0 0,0 1 0,0-1 0,-1 1 0,1 0 0,0-1 0,-1 1 0,0 0 0,1 0 0,-1 0 0,0 0 0,0 0 0,0 0 0,0 0 0,0 0 0,-1 0 0,1 1 0,0-1 0,-1 0 0,0 1 0,0-1 0,0 0 0,0 1 0,0-1 0,0 0 0,0 0 0,-1 1 0,0 1 0,-1 1 0,0-1 0,-1 1 0,1-1 0,-1 0 0,0 0 0,-1 0 0,1-1 0,-1 1 0,1-1 0,-1 1 0,0-1 0,-8 4 0,-24 15 0,0-2 0,-2-2 0,-76 27 0,85-37 0,1-1 0,-1-1 0,-1-2 0,1 0 0,-1-2 0,-40-3 0,57-1 0,11-2 0,20-9 0,12-3 0,0 1 0,1 2 0,53-15 0,103-17 0,-127 32 0,-32 7 0,-1-1 0,0 1 0,1 2 0,43-2 0,-71 6 0,0 0 0,0 0 0,0 0 0,0 0 0,0 0 0,0 1 0,0-1 0,0 0 0,0 0 0,0 0 0,0 0 0,0 0 0,0 0 0,0 0 0,0 0 0,0 0 0,0 0 0,0 1 0,0-1 0,0 0 0,0 0 0,0 0 0,0 0 0,0 0 0,0 0 0,0 0 0,0 0 0,0 0 0,0 0 0,0 0 0,1 0 0,-1 1 0,0-1 0,0 0 0,0 0 0,0 0 0,0 0 0,0 0 0,0 0 0,0 0 0,0 0 0,0 0 0,0 0 0,1 0 0,-1 0 0,0 0 0,0 0 0,0 0 0,-15 6 0,-23 6 0,-167 27 0,97-20 0,-169 51 0,394-85 0,40-7 0,267-4 0,-420 27 0,-8 3 0,-21 10 0,-44 16 0,60-27 0,-459 229 0,456-225 0,-18 11 0,24-16 0,14-10 0,98-77 0,3 5 0,4 5 0,3 4 0,238-104 0,-345 171 0,-2 1 0,0 0 0,0 0 0,0 1 0,0 0 0,10-2 0,-17 4 0,0 0 0,0 1 0,0-1 0,0 0 0,0 0 0,0 0 0,0 0 0,0 0 0,0 0 0,0 0 0,0 0 0,0 0 0,0 0 0,0 1 0,0-1 0,0 0 0,0 0 0,0 0 0,0 0 0,0 0 0,0 0 0,0 0 0,0 0 0,0 0 0,0 0 0,0 1 0,0-1 0,0 0 0,0 0 0,0 0 0,0 0 0,0 0 0,0 0 0,0 0 0,0 0 0,0 0 0,0 0 0,1 0 0,-1 0 0,0 0 0,0 0 0,0 1 0,0-1 0,0 0 0,0 0 0,0 0 0,0 0 0,0 0 0,0 0 0,0 0 0,1 0 0,-1 0 0,0 0 0,0 0 0,0 0 0,0 0 0,0 0 0,0 0 0,0 0 0,0 0 0,1 0 0,-12 8 0,-17 10 0,-283 112 0,206-92 0,-118 63 0,166-69 0,188-106 0,562-257 0,-665 319 0,-5 1 0,1 1 0,-1 1 0,26-5 0,-49 14 0,0 0 0,0 0 0,1 0 0,-1 0 0,0 0 0,0 0 0,0-1 0,1 1 0,-1 0 0,0 0 0,0 0 0,0 0 0,1 0 0,-1 0 0,0 0 0,0 0 0,0 0 0,1 0 0,-1 0 0,0 0 0,0 0 0,0 0 0,1 0 0,-1 1 0,0-1 0,0 0 0,0 0 0,1 0 0,-1 0 0,0 0 0,0 0 0,0 0 0,0 1 0,1-1 0,-1 0 0,0 0 0,0 0 0,0 0 0,0 1 0,0-1 0,0 0 0,1 1 0,-7 8 0,-15 13 0,-33 20 0,-1-2 0,-3-3 0,-65 32 0,55-32 0,-52 29 0,-248 152 0,345-206 0,41-34 0,-12 15 0,79-80 0,5 3 0,104-76 0,-152 127 0,188-140 0,-179 139 0,2 2 0,93-41 0,-141 71 0,53-19 0,-54 19 0,1 1 0,-1 0 0,1 1 0,-1-1 0,1 1 0,-1 0 0,1 0 0,-1 0 0,1 1 0,7 1 0,-12-2 0,0 0 0,1 0 0,-1 0 0,0 0 0,1 0 0,-1 0 0,0 1 0,1-1 0,-1 0 0,0 0 0,1 0 0,-1 1 0,0-1 0,0 0 0,1 0 0,-1 0 0,0 1 0,0-1 0,0 0 0,1 1 0,-1-1 0,0 0 0,0 1 0,0-1 0,0 0 0,1 1 0,-1-1 0,0 0 0,0 1 0,0-1 0,0 0 0,0 1 0,0-1 0,0 0 0,0 1 0,0-1 0,0 0 0,0 1 0,0-1 0,-1 0 0,1 1 0,0-1 0,0 0 0,0 1 0,0-1 0,0 0 0,-1 1 0,1-1 0,0 0 0,-15 17 0,12-15 0,-49 45 0,-1-3 0,-98 60 0,-134 59 0,106-63 0,146-81 0,-2 0 0,0 2 0,-46 38 0,113-84 0,2 1 0,1 2 0,1 1 0,47-19 0,177-66 0,-197 83 0,-39 13 0,-8 3 0,1 1 0,0 0 0,0 2 0,23-5 0,-40 9 0,0 0 0,0 0 0,0 0 0,0 1 0,0-1 0,0 0 0,0 0 0,0 0 0,0 0 0,0 0 0,0 0 0,0 0 0,0 0 0,0 0 0,0 0 0,0 0 0,0 0 0,0 1 0,0-1 0,0 0 0,0 0 0,0 0 0,0 0 0,0 0 0,0 0 0,0 0 0,0 0 0,0 0 0,1 0 0,-1 0 0,0 0 0,0 0 0,0 0 0,0 0 0,0 0 0,0 0 0,0 1 0,0-1 0,0 0 0,0 0 0,0 0 0,0 0 0,0 0 0,0 0 0,1 0 0,-1 0 0,0 0 0,0 0 0,0 0 0,0 0 0,0 0 0,0 0 0,0 0 0,0 0 0,0 0 0,0-1 0,-9 8 0,-19 7 0,-489 216 0,485-214 0,-154 84 0,186-99 0,0-1 0,0 0 0,0 0 0,0 0 0,0 0 0,0 0 0,0 1 0,0-1 0,0 0 0,0 0 0,-1 0 0,1 0 0,0 0 0,0 0 0,0 0 0,0 1 0,0-1 0,0 0 0,-1 0 0,1 0 0,0 0 0,0 0 0,0 0 0,0 0 0,0 0 0,-1 0 0,1 0 0,0 0 0,0 0 0,0 0 0,0 0 0,-1 0 0,1 0 0,0 0 0,0 0 0,0 0 0,0 0 0,0 0 0,-1 0 0,1 0 0,0 0 0,0 0 0,0 0 0,0-1 0,0 1 0,-1 0 0,1 0 0,0 0 0,0 0 0,0 0 0,0 0 0,0 0 0,0-1 0,0 1 0,0 0 0,4-11 0,15-16 0,14-11 0,1 1 0,3 2 0,0 2 0,60-41 0,-31 30 0,2 3 0,80-34 0,-106 56 0,48-14 0,-75 28 0,0 1 0,0 1 0,1 0 0,-1 1 0,1 1 0,-1 0 0,18 2 0,-33-1 0,1 0 0,0 0 0,-1 0 0,1 0 0,-1 0 0,1 0 0,0 0 0,-1 0 0,1 0 0,0 0 0,-1 1 0,1-1 0,-1 0 0,1 0 0,0 1 0,-1-1 0,1 0 0,-1 1 0,1-1 0,-1 1 0,1-1 0,-1 1 0,1-1 0,-1 1 0,-7 10 0,-30 10 0,35-20 0,-630 246 0,599-239 0,31-8 0,21-6 0,147-31-1365,-141 33-5461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7:47:49.7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665 686 24575,'-49'9'0,"-11"2"0,-1-3 0,-108 2 0,248-28 0,49 2 0,1 5 0,192 8 0,-317 2 0,0 1 0,1 1 0,-1-1 0,0 1 0,0-1 0,0 1 0,1 0 0,-1 1 0,0-1 0,0 1 0,6 3 0,-10-4 0,0 0 0,0 0 0,0-1 0,0 1 0,0 0 0,-1 0 0,1-1 0,0 1 0,-1 0 0,1-1 0,0 1 0,-1 0 0,1-1 0,-1 1 0,1 0 0,-1-1 0,1 1 0,-1-1 0,1 1 0,-1-1 0,0 1 0,1-1 0,-1 0 0,0 1 0,1-1 0,-1 0 0,0 1 0,1-1 0,-2 0 0,-26 13 0,27-12 0,-48 16 0,-1-2 0,-1-2 0,0-3 0,-1-1 0,0-3 0,0-2 0,-94-5 0,146 1 0,-1 0 0,1 0 0,0 0 0,0 0 0,0 0 0,-1 0 0,1 0 0,0 0 0,0 1 0,0-1 0,-1 0 0,1 0 0,0 0 0,0 0 0,-1 0 0,1 0 0,0 0 0,0 0 0,0 0 0,-1 0 0,1-1 0,0 1 0,0 0 0,-1 0 0,1 0 0,0 0 0,0 0 0,0 0 0,-1 0 0,1 0 0,0-1 0,0 1 0,0 0 0,0 0 0,-1 0 0,1 0 0,0-1 0,0 1 0,0 0 0,0 0 0,0 0 0,0-1 0,0 1 0,0 0 0,-1 0 0,1-1 0,0 1 0,0 0 0,0 0 0,0 0 0,0-1 0,0 1 0,0 0 0,0 0 0,0-1 0,0 1 0,1 0 0,14-12 0,29-9 0,2 5 0,1 3 0,0 2 0,1 1 0,0 3 0,0 2 0,80 2 0,-111 6 0,-23 2 0,-28 4 0,-83 3 0,-195-6 0,263-7 0,93-15 0,11 4 0,1 2 0,107-6 0,116 16 0,-274 0 0,-4 0 0,0 0 0,1-1 0,-1 1 0,1 0 0,-1 1 0,1-1 0,-1 0 0,1 0 0,-1 1 0,0-1 0,1 0 0,-1 1 0,0 0 0,1-1 0,-1 1 0,3 1 0,-4-1 0,0-1 0,-1 1 0,1-1 0,0 1 0,0-1 0,0 1 0,0 0 0,0-1 0,-1 1 0,1-1 0,0 1 0,0-1 0,-1 1 0,1-1 0,0 1 0,-1-1 0,1 0 0,0 1 0,-1-1 0,1 1 0,-1-1 0,1 0 0,-1 1 0,1-1 0,-1 0 0,1 0 0,-1 1 0,-47 22 0,6-8 0,0-2 0,-1-2 0,0-1 0,-1-3 0,0-1 0,0-3 0,-49-1 0,90-2 0,0-1 0,0 1 0,0 0 0,0-1 0,0 0 0,0 0 0,1 1 0,-1-2 0,0 1 0,0 0 0,1 0 0,-1-1 0,1 0 0,0 1 0,-1-1 0,1 0 0,0 0 0,0 0 0,0-1 0,0 1 0,1 0 0,-1-1 0,-1-2 0,2 2 0,0 1 0,0-1 0,1 1 0,-1-1 0,1 0 0,0 1 0,0-1 0,0 1 0,0-1 0,0 0 0,0 1 0,1-1 0,-1 0 0,1 1 0,0-1 0,-1 1 0,1-1 0,1 1 0,-1 0 0,0-1 0,0 1 0,1 0 0,0 0 0,-1 0 0,4-4 0,17-14 0,-1 1 0,2 0 0,1 2 0,0 1 0,1 0 0,1 2 0,41-16 0,-51 25 0,-12 8 0,-6-1 0,0 0 0,0 0 0,0-1 0,0 1 0,0 0 0,0-1 0,0 1 0,-5 2 0,-60 30 0,-2-2 0,-1-4 0,-1-2 0,-1-4 0,-103 19 0,131-36 0,97-24 0,-35 14 0,138-43 0,215-35 0,-503 120 0,130-36 0,-499 98 0,479-100 0,21 1 0,1 0 0,0 0 0,-1 0 0,1 0 0,0-1 0,0 1 0,-1 0 0,1 0 0,0 0 0,0-1 0,0 1 0,-1 0 0,1 0 0,0 0 0,0-1 0,0 1 0,0 0 0,0 0 0,-1-1 0,1 1 0,0 0 0,0-1 0,0 1 0,0 0 0,0 0 0,0-1 0,0 1 0,0 0 0,0-1 0,0 1 0,0 0 0,0-1 0,0 1 0,0-1 0,2-2 0,-1 0 0,1 0 0,0 1 0,0-1 0,0 0 0,1 1 0,-1-1 0,5-3 0,44-41 0,64-43 0,-89 72 0,0 2 0,1 0 0,0 2 0,58-21 0,-83 34 0,-1 1 0,1-1 0,0 0 0,-1 1 0,1 0 0,0-1 0,-1 1 0,1 0 0,0 0 0,0 0 0,-1 0 0,1 0 0,0 0 0,0 0 0,-1 1 0,4 0 0,-4 0 0,-1-1 0,0 1 0,1-1 0,-1 1 0,0-1 0,0 1 0,1 0 0,-1-1 0,0 1 0,0 0 0,0-1 0,0 1 0,0-1 0,0 1 0,0 0 0,0-1 0,0 1 0,0 0 0,0-1 0,-1 1 0,1 0 0,0-1 0,0 1 0,-1-1 0,1 1 0,0-1 0,0 1 0,-2 0 0,-2 6 0,0 0 0,-1-1 0,0 0 0,0 0 0,-11 10 0,-10 2 0,0 0 0,0-2 0,-2-1 0,0-1 0,0-1 0,-2-2 0,1-1 0,-1-1 0,-54 9 0,82-18 0,1 1 0,-1-1 0,0 0 0,0 0 0,1 0 0,-1 0 0,0 0 0,0 0 0,0 0 0,1 0 0,-1-1 0,0 1 0,0-1 0,1 1 0,-1-1 0,0 0 0,1 1 0,-1-1 0,1 0 0,-1 0 0,1 0 0,-1-1 0,1 1 0,0 0 0,-2-2 0,1-1 0,0 0 0,1 0 0,-1-1 0,1 1 0,0 0 0,0-1 0,0 1 0,1-1 0,-1-5 0,0-17 0,1 0 0,1 0 0,1 0 0,1 0 0,11-39 0,-11 53 0,1 0 0,0 1 0,1-1 0,0 1 0,1 0 0,1 1 0,-1-1 0,2 1 0,0 1 0,0 0 0,0 0 0,2 0 0,13-11 0,-19 18 0,0 1 0,0-1 0,1 1 0,-1 0 0,0 1 0,1-1 0,-1 1 0,1 0 0,0 0 0,-1 0 0,1 0 0,0 1 0,-1 0 0,7 0 0,-10 1 0,0-1 0,1 0 0,-1 0 0,0 1 0,0-1 0,0 0 0,0 1 0,0-1 0,0 1 0,0 0 0,0-1 0,0 1 0,0 0 0,0-1 0,0 1 0,0 0 0,0 0 0,-1 0 0,1 0 0,0 0 0,-1 0 0,2 2 0,-2-1 0,1 0 0,-1 0 0,0 1 0,0-1 0,0 0 0,0 0 0,0 1 0,0-1 0,-1 0 0,1 0 0,-1 1 0,0-1 0,1 0 0,-1 0 0,0 0 0,-2 3 0,-4 6 0,1-1 0,-2 0 0,1-1 0,-1 1 0,-1-2 0,0 1 0,0-1 0,0 0 0,-1-1 0,0 0 0,-1-1 0,0 0 0,0 0 0,-13 4 0,23-9 0,-1-1 0,1 1 0,0-1 0,0 0 0,-1 1 0,1-1 0,0 0 0,-1 0 0,1 0 0,0 0 0,-1 0 0,1 0 0,0 0 0,-1 0 0,1-1 0,0 1 0,-1-1 0,1 1 0,0-1 0,0 1 0,0-1 0,-1 1 0,1-1 0,0 0 0,0 0 0,-2-1 0,2 0 0,0 0 0,0-1 0,0 1 0,0 0 0,0 0 0,1-1 0,-1 1 0,1 0 0,-1-1 0,1 1 0,0-1 0,0 1 0,0-4 0,1-4 0,0 0 0,1 0 0,0 1 0,1-1 0,0 1 0,6-13 0,-2 9 0,1 0 0,0 1 0,1 1 0,0-1 0,1 1 0,18-15 0,-20 19 0,1 0 0,0 1 0,0 0 0,1 0 0,-1 1 0,1 0 0,0 1 0,1 0 0,16-4 0,-26 8 0,0-1 0,1 1 0,-1 0 0,0-1 0,0 1 0,1 0 0,-1 0 0,0 0 0,1 0 0,-1 1 0,0-1 0,1 0 0,-1 0 0,0 1 0,2 0 0,-3-1 0,1 1 0,-1-1 0,0 0 0,0 1 0,1-1 0,-1 0 0,0 1 0,0-1 0,0 1 0,0-1 0,0 0 0,0 1 0,0-1 0,1 1 0,-1-1 0,0 0 0,0 1 0,0-1 0,-1 1 0,1-1 0,0 0 0,0 1 0,0-1 0,0 1 0,0-1 0,0 0 0,-1 1 0,1-1 0,0 0 0,-1 1 0,-1 3 0,-1 0 0,0 0 0,0 0 0,-1 0 0,1-1 0,-6 5 0,-30 21 0,-1-2 0,-2-1 0,0-3 0,-66 27 0,85-45 0,22-5 0,1 0 0,0 0 0,-1 0 0,1 0 0,0 0 0,-1-1 0,1 1 0,0 0 0,0 0 0,-1 0 0,1 0 0,0-1 0,0 1 0,-1 0 0,1 0 0,0-1 0,0 1 0,-1 0 0,1 0 0,0-1 0,0 1 0,0 0 0,0 0 0,0-1 0,-1 1 0,1 0 0,0-1 0,0 1 0,0 0 0,0-1 0,0 1 0,0 0 0,0-1 0,0 1 0,1-5 0,0 0 0,1 1 0,-1-1 0,1 1 0,0-1 0,5-6 0,13-26 0,46-62 0,-57 87 0,0 1 0,1 0 0,1 0 0,0 1 0,0 0 0,1 1 0,0 0 0,25-12 0,-36 20 0,0 0 0,0 1 0,0-1 0,0 1 0,0-1 0,1 0 0,-1 1 0,0 0 0,0-1 0,1 1 0,-1 0 0,0 0 0,1 0 0,-1 0 0,0 0 0,1 0 0,-1 0 0,0 0 0,0 0 0,1 1 0,-1-1 0,0 0 0,0 1 0,2 0 0,-2 0 0,-1 0 0,1 0 0,-1 0 0,0 0 0,1 0 0,-1 1 0,0-1 0,1 0 0,-1 0 0,0 0 0,0 0 0,0 1 0,0-1 0,0 0 0,-1 0 0,1 0 0,0 1 0,0-1 0,-1 0 0,0 1 0,-2 6 0,0 0 0,0 0 0,-1 0 0,0-1 0,0 0 0,-7 9 0,3-9 0,1 0 0,-1 0 0,-1-1 0,1 0 0,-1 0 0,0-1 0,0 0 0,-15 5 0,65-44 0,-24 24 0,1 2 0,0-1 0,0 2 0,0 1 0,1 0 0,0 1 0,0 1 0,1 1 0,25-1 0,-32 3 0,0 1 0,0 1 0,1 0 0,-1 0 0,0 2 0,0-1 0,0 2 0,-1 0 0,1 0 0,-1 1 0,0 0 0,0 1 0,-1 1 0,20 14 0,-27-17 0,0 0 0,-1 0 0,1 1 0,-1-1 0,0 1 0,0 0 0,-1 0 0,1 0 0,-1 0 0,0 1 0,0-1 0,-1 0 0,0 1 0,0 0 0,0-1 0,0 1 0,-1-1 0,0 1 0,0 0 0,-1-1 0,-1 8 0,-1 5 0,-1 1 0,0-1 0,-2 0 0,0-1 0,-10 20 0,-3 1 0,-2-1 0,-2-1 0,-1-1 0,-1-1 0,-2-2 0,-2 0 0,-39 33 0,82-73 0,1-1 0,0 2 0,0 0 0,1 0 0,-1 2 0,32-7 0,124-22 0,-153 31 0,-9 1 0,-1 1 0,1 0 0,0 0 0,-1 0 0,1 1 0,0 1 0,-1-1 0,16 4 0,-24-4 0,1 1 0,-1-1 0,0 0 0,1 0 0,-1 1 0,0-1 0,0 0 0,1 1 0,-1-1 0,0 0 0,0 1 0,0-1 0,1 0 0,-1 1 0,0-1 0,0 0 0,0 1 0,0-1 0,0 1 0,0-1 0,0 0 0,0 1 0,0-1 0,0 1 0,0-1 0,0 0 0,0 1 0,0-1 0,0 1 0,0-1 0,0 0 0,-1 1 0,1-1 0,0 0 0,0 1 0,0-1 0,-1 0 0,1 1 0,0-1 0,0 0 0,-1 1 0,1-1 0,0 0 0,-1 0 0,1 1 0,0-1 0,-1 0 0,-17 17 0,17-16 0,-36 26 0,-1-1 0,-1-2 0,-1-2 0,-1-1 0,-67 23 0,106-43 0,0 0 0,0 0 0,-1-1 0,1 1 0,0-1 0,0 0 0,-1 0 0,1 0 0,-4 0 0,6 0 0,-1 0 0,1 0 0,-1 0 0,1 0 0,-1-1 0,1 1 0,-1 0 0,1 0 0,-1-1 0,1 1 0,0 0 0,-1 0 0,1-1 0,-1 1 0,1 0 0,0-1 0,-1 1 0,1-1 0,0 1 0,0 0 0,-1-1 0,1 1 0,0-1 0,0 1 0,0-1 0,-1 1 0,1-1 0,0-2 0,0 1 0,1 0 0,-1 0 0,1 0 0,-1-1 0,1 1 0,0 0 0,0 0 0,0 0 0,0 0 0,0 0 0,0 0 0,1 0 0,-1 1 0,1-1 0,-1 0 0,3-1 0,9-10 0,1 1 0,0 0 0,0 1 0,1 1 0,1 1 0,0 0 0,0 1 0,1 0 0,-1 1 0,2 1 0,18-4 0,-34 10 0,-1 0 0,0-1 0,0 1 0,1 0 0,-1 0 0,0 0 0,0 0 0,1 0 0,-1 0 0,0 1 0,0-1 0,1 0 0,-1 1 0,2 0 0,-3-1 0,0 0 0,0 0 0,1 1 0,-1-1 0,0 0 0,0 1 0,1-1 0,-1 0 0,0 1 0,0-1 0,0 0 0,0 1 0,0-1 0,1 0 0,-1 1 0,0-1 0,0 1 0,0-1 0,0 0 0,0 1 0,0-1 0,0 0 0,0 1 0,0-1 0,-1 1 0,1-1 0,0 0 0,0 1 0,0-1 0,-2 4 0,0-1 0,0 0 0,0 0 0,0 0 0,0 0 0,0 0 0,-1-1 0,-3 4 0,-14 10 0,-1-1 0,-1 0 0,-1-2 0,1 0 0,-48 17 0,22-13 0,-1-2 0,-53 9 0,92-22 0,-4 1 0,0 0 0,0 0 0,0-2 0,0 0 0,0 0 0,0-2 0,-21-2 0,33 2 0,0 0 0,-1 0 0,1-1 0,0 1 0,1-1 0,-1 1 0,0-1 0,0 0 0,1 1 0,-1-1 0,1 0 0,-1 0 0,1 0 0,0 0 0,0 0 0,0-1 0,0 1 0,0 0 0,0 0 0,1-1 0,-1 1 0,1-1 0,-1 1 0,1 0 0,0-4 0,-1-4 0,1-1 0,0 0 0,1 1 0,2-16 0,-2 22 0,1 0 0,0 0 0,0 0 0,0 0 0,0 0 0,1 1 0,-1-1 0,1 1 0,0-1 0,0 1 0,0 0 0,0 0 0,1 1 0,-1-1 0,1 1 0,0-1 0,0 1 0,0 0 0,0 1 0,0-1 0,8-1 0,5-3 0,1 2 0,0 0 0,34-2 0,-51 5 0,0 1 0,1 0 0,-1-1 0,1 1 0,-1 0 0,0 0 0,1 0 0,-1 0 0,0 1 0,1-1 0,-1 0 0,1 0 0,-1 1 0,0-1 0,0 1 0,1 0 0,-1-1 0,0 1 0,0 0 0,1-1 0,-1 1 0,0 0 0,0 0 0,0 0 0,0 0 0,0 0 0,-1 0 0,2 2 0,-1-1 0,-1 0 0,0 0 0,0 0 0,0 0 0,0 0 0,-1 0 0,1 0 0,-1 0 0,1 0 0,-1-1 0,1 1 0,-1 0 0,0 0 0,0-1 0,0 1 0,0 0 0,0-1 0,0 1 0,-1-1 0,1 1 0,-2 1 0,-8 8 0,-1-1 0,0 0 0,-1-1 0,0 0 0,0-1 0,-1-1 0,0 0 0,-16 6 0,7-4 0,0-2 0,-1 0 0,0-2 0,-35 4 0,46-8 0,6 0 0,0 0 0,0 0 0,0-1 0,0 0 0,-1 0 0,1-1 0,0 0 0,-12-3 0,19 4 0,-1-1 0,1 1 0,-1-1 0,1 1 0,-1-1 0,1 1 0,-1-1 0,1 0 0,0 1 0,-1-1 0,1 0 0,0 1 0,0-1 0,-1 0 0,1 0 0,0 1 0,0-1 0,0 0 0,0 0 0,0 1 0,0-1 0,0 0 0,0 0 0,0 1 0,1-1 0,-1 0 0,0 1 0,0-1 0,1 0 0,-1 1 0,0-1 0,1 0 0,-1 1 0,1-2 0,16-21 0,-11 18 0,1 0 0,-1 0 0,1 1 0,0 0 0,0 1 0,0 0 0,1 0 0,-1 0 0,1 1 0,0 0 0,14-2 0,5 1 0,-1 1 0,33 2 0,-45 1 0,0 0 0,-1 1 0,21 6 0,-30-8 0,-1 1 0,0 0 0,0 0 0,0 0 0,0 0 0,0 1 0,0-1 0,0 1 0,0 0 0,-1-1 0,1 2 0,-1-1 0,1 0 0,-1 0 0,0 1 0,1-1 0,-2 1 0,1 0 0,0-1 0,2 6 0,-4-5 0,1 1 0,-1-1 0,0 0 0,-1 1 0,1-1 0,-1 0 0,1 1 0,-1-1 0,0 0 0,0 0 0,-1 0 0,1 0 0,0 0 0,-1 0 0,0 0 0,0 0 0,0 0 0,-4 4 0,2-3 0,1 0 0,-1 0 0,0 0 0,0-1 0,0 1 0,-1-1 0,1 0 0,-1 0 0,0-1 0,1 1 0,-7 1 0,10-4 0,1 0 0,-1 1 0,1-1 0,-1 0 0,1 0 0,-1 0 0,0 0 0,1 0 0,-1 0 0,1 0 0,-1 0 0,1 0 0,-1 0 0,1 0 0,-1 0 0,1 0 0,-1 0 0,1-1 0,-1 1 0,1 0 0,-1 0 0,1-1 0,-1 1 0,1 0 0,-1 0 0,1-1 0,0 1 0,-1-1 0,1 1 0,-1-1 0,1-16 0,14-19 0,-6 23 0,0 0 0,1 1 0,1 0 0,12-12 0,-17 19 0,0 1 0,0-1 0,0 1 0,0 0 0,1 0 0,0 1 0,0 0 0,0 0 0,0 0 0,0 1 0,13-4 0,-18 6 0,0 0 0,-1 0 0,1 0 0,0 0 0,0 0 0,-1 0 0,1 0 0,0 0 0,0 0 0,-1 0 0,1 1 0,0-1 0,-1 0 0,1 0 0,0 1 0,0-1 0,-1 0 0,1 1 0,-1-1 0,1 1 0,0-1 0,-1 1 0,1-1 0,-1 1 0,1-1 0,-1 1 0,0 0 0,1 0 0,0 2 0,0-1 0,0 0 0,-1 0 0,1 1 0,-1-1 0,1 0 0,-1 1 0,0-1 0,0 4 0,0 0 0,-1 0 0,0-1 0,0 1 0,0 0 0,-1 0 0,0-1 0,-3 7 0,3-8 0,-1-1 0,0 1 0,0-1 0,-1 0 0,1-1 0,0 1 0,-1 0 0,0-1 0,1 0 0,-1 0 0,0 0 0,0 0 0,0-1 0,-1 1 0,1-1 0,0 0 0,-1-1 0,1 1 0,-8 0 0,10-2 0,1 1 0,-1-1 0,1 0 0,0 0 0,0 1 0,-1-1 0,1 0 0,0 0 0,0 0 0,0 0 0,0 0 0,0-1 0,0 1 0,0 0 0,0 0 0,0-1 0,1 1 0,-1 0 0,1-1 0,-1 1 0,1-1 0,-1 1 0,1-1 0,0 1 0,-1-1 0,1 1 0,0-1 0,0-1 0,0-45 0,2 37 0,0 0 0,1 0 0,1 1 0,-1-1 0,1 1 0,1 0 0,0 0 0,1 0 0,-1 1 0,2 0 0,-1 0 0,1 0 0,1 1 0,0 0 0,15-12 0,-13 12 0,0 1 0,0 0 0,1 1 0,0 0 0,0 1 0,0 0 0,1 0 0,-1 1 0,1 1 0,0 0 0,0 1 0,1 0 0,-1 1 0,14 0 0,-25 0 0,1 1 0,-1 0 0,0 0 0,1 0 0,-1 1 0,1-1 0,-1 0 0,0 0 0,1 1 0,-1-1 0,0 1 0,1-1 0,-1 1 0,0 0 0,0-1 0,1 1 0,-1 0 0,0 0 0,0 0 0,0 0 0,0 0 0,0 0 0,0 0 0,1 2 0,-1-1 0,-1 0 0,0 0 0,1 0 0,-1 0 0,0-1 0,0 1 0,0 0 0,-1 0 0,1 0 0,0 0 0,-1 0 0,1 0 0,-1-1 0,1 1 0,-3 3 0,-2 4 0,0 0 0,0 0 0,-1-1 0,-1 1 0,-10 10 0,1-4 0,0 0 0,-19 11 0,31-22 0,0-1 0,-1-1 0,0 1 0,0 0 0,0-1 0,0 0 0,0 0 0,0-1 0,0 1 0,0-1 0,-1-1 0,1 1 0,-11 0 0,13-2 0,1 0 0,0 0 0,0 0 0,-1 0 0,1 0 0,0-1 0,0 1 0,0-1 0,0 1 0,1-1 0,-1 1 0,0-1 0,1 0 0,-1 0 0,1 0 0,-1 0 0,1 0 0,0 0 0,0-1 0,0 1 0,0 0 0,1-1 0,-2-3 0,-1-6 0,-1-1 0,-1-25 0,4 30 0,1 0 0,-1 1 0,2-1 0,-1 0 0,1 1 0,0-1 0,1 0 0,0 1 0,0-1 0,1 1 0,5-12 0,-6 15 0,0 1 0,0 0 0,0 0 0,1 0 0,-1 0 0,1 0 0,0 1 0,-1-1 0,1 1 0,0 0 0,1 0 0,-1 0 0,0 0 0,1 0 0,-1 1 0,1-1 0,-1 1 0,1 0 0,-1 0 0,1 1 0,0-1 0,0 1 0,-1-1 0,1 1 0,6 1 0,-8-1 0,0 0 0,1 0 0,-1 0 0,1 1 0,-1-1 0,0 1 0,1-1 0,-1 1 0,0 0 0,1 0 0,-1 0 0,0 0 0,0 1 0,0-1 0,0 0 0,0 1 0,0 0 0,0-1 0,-1 1 0,1 0 0,-1 0 0,1 0 0,-1 0 0,1 0 0,-1 0 0,0 0 0,0 1 0,0-1 0,0 3 0,0 0 0,0 1 0,-1 0 0,0 0 0,0 0 0,0 0 0,-1 0 0,0 0 0,0-1 0,0 1 0,-1 0 0,-3 7 0,2-4 0,-2 1 0,1-1 0,-1 1 0,-1-1 0,0-1 0,0 1 0,0-1 0,-12 11 0,14-15 0,0-1 0,0 1 0,0-1 0,-1 0 0,0 0 0,1-1 0,-1 1 0,0-1 0,0 0 0,0 0 0,0-1 0,-1 1 0,1-1 0,0 0 0,-1-1 0,1 1 0,-1-1 0,-6-1 0,10 1 0,0 0 0,0-1 0,0 0 0,0 1 0,0-1 0,0 0 0,0 0 0,0 0 0,0 0 0,0 0 0,0-1 0,0 1 0,1 0 0,-1-1 0,1 1 0,-1-1 0,1 0 0,0 1 0,-1-1 0,1 0 0,0 0 0,0 0 0,0 0 0,0 0 0,1 0 0,-1 0 0,1 0 0,-1 0 0,1-1 0,0 1 0,-1 0 0,1 0 0,0-3 0,0-2 0,1-1 0,-1 1 0,1-1 0,0 0 0,1 1 0,0 0 0,0-1 0,5-9 0,2 0 0,1 0 0,1 1 0,0 0 0,1 0 0,1 1 0,0 1 0,1 0 0,1 1 0,23-17 0,-13 13 0,0 1 0,2 1 0,0 1 0,0 1 0,42-12 0,-63 23 0,1 0 0,-1 0 0,1 1 0,0 0 0,-1 0 0,1 1 0,0 0 0,0 0 0,0 0 0,9 3 0,-14-3 0,0 1 0,0 0 0,0 0 0,0 0 0,0 0 0,0 0 0,0 0 0,-1 1 0,1-1 0,0 0 0,-1 1 0,1 0 0,-1-1 0,0 1 0,1 0 0,-1 0 0,0 0 0,0-1 0,0 1 0,0 0 0,0 1 0,-1-1 0,1 0 0,-1 0 0,1 0 0,-1 0 0,0 0 0,0 1 0,0-1 0,0 0 0,0 0 0,0 0 0,-1 1 0,1-1 0,-1 2 0,-1 3 0,0-1 0,0 0 0,-1 0 0,0-1 0,0 1 0,0-1 0,0 1 0,-1-1 0,0 0 0,0 0 0,-1 0 0,1-1 0,-1 0 0,0 0 0,0 0 0,-11 6 0,-10 5 0,-1 0 0,-32 11 0,53-23 0,-18 7 0,-1-1 0,-47 10 0,60-16 0,0-2 0,0 1 0,-1-2 0,1 1 0,0-2 0,0 0 0,0 0 0,-17-4 0,27 4 0,0 1 0,0-1 0,0 1 0,0-1 0,0 0 0,0 0 0,0 0 0,1 0 0,-1 0 0,0 0 0,1 0 0,-1 0 0,0-1 0,1 1 0,0-1 0,-1 1 0,1-1 0,0 0 0,0 1 0,0-1 0,0 0 0,0 0 0,-1-3 0,1 1 0,1 1 0,0-1 0,0 1 0,0 0 0,1-1 0,-1 1 0,1-1 0,-1 1 0,1 0 0,0 0 0,1-1 0,-1 1 0,2-3 0,4-7 0,1 1 0,0 0 0,1 0 0,0 1 0,20-18 0,-8 12 0,2 0 0,0 1 0,1 2 0,0 1 0,1 0 0,1 2 0,0 1 0,0 1 0,1 1 0,55-9 0,-15 9 0,1 3 0,-1 2 0,95 9 0,-143-5 0,-11-1 0,0 0 0,0 0 0,0 1 0,0 0 0,0 1 0,0 0 0,0 0 0,0 0 0,-1 1 0,10 5 0,-17-8 0,1 0 0,-1 1 0,1-1 0,-1 1 0,1-1 0,-1 1 0,1-1 0,-1 1 0,1-1 0,-1 1 0,0-1 0,1 1 0,-1-1 0,0 1 0,1 0 0,-1-1 0,0 1 0,0 0 0,0-1 0,0 1 0,1 0 0,-1-1 0,0 1 0,0 0 0,0-1 0,-1 1 0,1 0 0,0-1 0,0 2 0,-1 0 0,0-1 0,0 1 0,0-1 0,0 1 0,0-1 0,0 1 0,0-1 0,-1 0 0,1 1 0,-3 1 0,-39 20 0,-14-1 0,-1-3 0,0-2 0,-2-3 0,-119 13 0,-250-15 0,491-37 0,-22 15-273,1 1 0,-1 3 0,2 1 0,77 1 0,-83 5-6553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7:48:29.6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86 130 24575,'-24'2'0,"17"-1"0,1-1 0,0 1 0,-1-1 0,1 0 0,0-1 0,-1 1 0,-9-4 0,15 4 0,1-1 0,0 1 0,0-1 0,0 1 0,0-1 0,1 1 0,-1-1 0,0 1 0,0-1 0,0 1 0,0-1 0,0 1 0,0-1 0,1 1 0,-1 0 0,0-1 0,1 1 0,-1-1 0,0 1 0,0 0 0,1-1 0,-1 1 0,1-1 0,-1 1 0,0 0 0,1 0 0,-1-1 0,1 1 0,-1 0 0,1 0 0,0-1 0,15-11 0,8-3 0,1 1 0,0 1 0,0 1 0,1 1 0,1 2 0,-1 0 0,2 2 0,48-6 0,-74 13 0,-8 3 0,-23 7 0,-40 9 0,40-13 0,20-5 0,0 1 0,0 0 0,-1 1 0,2-1 0,-1 2 0,0-1 0,1 1 0,-12 7 0,42-12 0,50-15 26,-33 6-722,46-5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7:48:35.1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 24575,'-8'27'0,"7"-24"0,-1 1 0,1 0 0,0 0 0,0-1 0,0 1 0,0 0 0,1 4 0,0-7 0,0 0 0,0 0 0,0 0 0,1 0 0,-1 0 0,0 0 0,1-1 0,-1 1 0,1 0 0,-1 0 0,1 0 0,-1-1 0,1 1 0,-1 0 0,1-1 0,0 1 0,-1 0 0,1-1 0,0 1 0,0-1 0,0 1 0,-1-1 0,1 0 0,0 1 0,0-1 0,0 0 0,0 1 0,0-1 0,0 0 0,0 0 0,-1 0 0,1 0 0,0 0 0,0 0 0,1 0 0,12 0 0,0 0 0,-1-1 0,1-1 0,-1 0 0,18-5 0,2 0 0,-33 6 0,1 1 0,-1 0 0,0 0 0,1 0 0,-1 0 0,0 0 0,1 0 0,-1 0 0,0-1 0,0 1 0,1 0 0,-1 0 0,0 0 0,1 0 0,-1 0 0,0 0 0,1 1 0,-1-1 0,0 0 0,1 0 0,-1 0 0,0 0 0,1 0 0,-1 0 0,0 0 0,0 1 0,1-1 0,-1 0 0,0 0 0,1 0 0,-1 1 0,0-1 0,0 0 0,1 1 0,-6 10 0,-14 6 0,25-18-97,-1 0-1,1 0 1,-1-1-1,1 1 1,-1-1-1,0 0 1,0-1-1,0 1 1,0-1-1,0 0 1,0 0-1,-1-1 0,7-5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7:48:57.3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1018 67 24575,'-8'5'0,"1"-1"0,-1 0 0,0 0 0,0-1 0,0 0 0,-1 0 0,1-1 0,-10 1 0,10-1 0,0 0 0,0 1 0,1-1 0,0 2 0,-10 4 0,11-5 0,0 1 0,-1-1 0,1-1 0,-1 1 0,1-1 0,-1-1 0,-13 3 0,4-4 0,0-1 0,0 0 0,0-1 0,0-1 0,1-1 0,-1 0 0,1-1 0,0 0 0,-23-12 0,1 1 0,27 13 0,-1-1 0,0 2 0,1-1 0,-1 1 0,0 1 0,-1 0 0,1 1 0,0 0 0,0 1 0,0 0 0,0 0 0,0 1 0,0 1 0,1 0 0,-1 0 0,-14 8 0,17-9 0,-1 1 0,1-1 0,-1-1 0,0 0 0,1 0 0,-1-1 0,0 0 0,0 0 0,1-1 0,-1 0 0,-16-5 0,-8-3 0,-52-23 0,67 24 0,-14-8 0,27 14 0,1-1 0,-1 0 0,1 1 0,-1 0 0,0 0 0,0 1 0,0-1 0,0 1 0,0 0 0,0 0 0,-8 1 0,8 0-151,1 0-1,-1-1 0,0 1 0,0-1 1,1 0-1,-1 0 0,1 0 1,-6-3-1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7:49:10.4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1340 842 24575,'-11'17'0,"0"-1"0,-2 0 0,0-1 0,-25 24 0,35-36 0,-4 4 0,9-6 0,19-13 0,32-24 0,-52 36 0,14-11 0,0 1 0,1 1 0,0 0 0,0 2 0,1 0 0,34-10 0,-51 17 0,1 0 0,-1-1 0,1 1 0,-1 0 0,1 0 0,-1 0 0,1 0 0,-1 0 0,1 0 0,-1 0 0,1 0 0,-1 0 0,1 0 0,-1 0 0,1 0 0,-1 0 0,1 0 0,-1 0 0,1 1 0,-1-1 0,1 0 0,-1 0 0,1 1 0,-1-1 0,1 0 0,-1 1 0,0-1 0,1 0 0,0 1 0,-4 15 0,-18 18 0,20-32 0,-25 28 0,-1 0 0,-2-2 0,-1-1 0,-1-1 0,-52 33 0,223-174 0,-91 71 0,88-60 0,-128 100 0,-6 5 0,-11 15 0,-19 19 0,0-7 0,-1 0 0,-1-1 0,-1-2 0,-38 23 0,68-47 0,0-1 0,0 0 0,-1 0 0,1 0 0,0 0 0,0 0 0,0 0 0,0 0 0,0 0 0,0 1 0,0-1 0,0 0 0,0 0 0,0 0 0,0 0 0,-1 0 0,1 0 0,0 0 0,0 0 0,0 0 0,0 0 0,0 0 0,0 0 0,0 0 0,-1 0 0,1 0 0,0 0 0,0 0 0,0 0 0,0 0 0,0 0 0,0 0 0,0 0 0,-1 0 0,1 0 0,0 0 0,0 0 0,0 0 0,0 0 0,0 0 0,0 0 0,0 0 0,-1 0 0,1 0 0,0 0 0,0 0 0,0 0 0,0 0 0,0-1 0,0 1 0,0 0 0,0 0 0,0 0 0,0 0 0,0 0 0,-1 0 0,1 0 0,0 0 0,0-1 0,0 1 0,0 0 0,0 0 0,0 0 0,4-12 0,10-15 0,3 2 0,0 1 0,2 1 0,0 0 0,28-24 0,-34 34 0,1 2 0,1-1 0,0 2 0,0 0 0,1 1 0,0 0 0,1 2 0,21-8 0,-37 14 0,1 1 0,0-1 0,0 1 0,-1 0 0,1-1 0,0 1 0,0 0 0,-1 0 0,1 0 0,0 0 0,0 0 0,0 1 0,3 0 0,-5-1 0,1 1 0,0-1 0,-1 1 0,1-1 0,0 1 0,-1-1 0,1 1 0,-1-1 0,1 1 0,-1 0 0,1-1 0,-1 1 0,1 0 0,-1-1 0,0 1 0,1 0 0,-1 0 0,0-1 0,0 1 0,0 0 0,1 1 0,-1 3 0,-1 0 0,1 0 0,-1 0 0,0 0 0,0 0 0,0 0 0,-1 0 0,-2 6 0,-2 1 0,0 0 0,-1 0 0,0-1 0,-1 0 0,0-1 0,-1 0 0,0 0 0,-1 0 0,0-1 0,-15 10 0,0-1 0,-2-1 0,0-1 0,-39 16 0,55-27 0,-1 0 0,-1 0 0,1-1 0,-1 0 0,1-1 0,-1-1 0,0 0 0,0-1 0,-26-1 0,36 0 0,1-1 0,-1 0 0,1 0 0,0 0 0,-1-1 0,1 1 0,0 0 0,0-1 0,0 1 0,0-1 0,0 0 0,0 0 0,0 0 0,0 0 0,1 0 0,-1 0 0,1 0 0,-1-1 0,1 1 0,0 0 0,0-1 0,0 1 0,1-1 0,-2-3 0,-1-8 0,-1-1 0,2 1 0,-1-16 0,3 23 0,-2-5 0,1-1 0,1 1 0,0-1 0,1 1 0,0-1 0,1 1 0,6-22 0,-6 30 0,-1 1 0,1-1 0,-1 1 0,1 0 0,0 0 0,0 0 0,0 0 0,1 0 0,-1 1 0,1-1 0,-1 0 0,1 1 0,0 0 0,0 0 0,0 0 0,0 0 0,0 0 0,1 1 0,-1-1 0,1 1 0,-1 0 0,1 0 0,-1 0 0,1 0 0,-1 1 0,1 0 0,0-1 0,-1 1 0,1 1 0,7 0 0,-6 0 0,1 0 0,-1 1 0,0 0 0,0 0 0,1 0 0,-1 1 0,-1 0 0,1 0 0,0 0 0,-1 0 0,1 1 0,-1-1 0,0 1 0,0 0 0,0 1 0,3 4 0,8 12 0,-1 0 0,13 26 0,-25-43 0,10 20 0,0 1 0,-2 0 0,10 34 0,-16-45 0,-1 1 0,0 0 0,-1-1 0,-1 1 0,0 1 0,-1-1 0,-3 23 0,3-37 0,0 0 0,0 0 0,0 0 0,0 0 0,0 0 0,-1 0 0,1 0 0,0 0 0,-1 0 0,1 0 0,0 0 0,-1 0 0,0-1 0,1 1 0,-1 0 0,1 0 0,-1-1 0,0 1 0,1 0 0,-3 0 0,3 0 0,-1-1 0,0 0 0,0 0 0,1 0 0,-1 0 0,0 0 0,0 0 0,1 0 0,-1 0 0,0-1 0,1 1 0,-1 0 0,0 0 0,0-1 0,1 1 0,-1 0 0,0-1 0,1 1 0,-1 0 0,0-2 0,-4-2 0,1 0 0,-1 0 0,1-1 0,1 1 0,-6-9 0,-15-30 0,3-1 0,1-1 0,-16-56 0,17 48 0,-34-100 0,-37-174 0,89 324 0,-4-25 0,7 21 0,5 16 0,16 31 0,-2 0 0,-2 2 0,-2 0 0,-2 1 0,-2 1 0,-1 0 0,-3 1 0,-1 0 0,-3 0 0,1 75 0,-8-94 0,2-26 0,0 0 0,-1 0 0,1 0 0,0 0 0,0 0 0,0 0 0,0 0 0,0 0 0,0 0 0,0 0 0,0 0 0,0 0 0,0 0 0,0 0 0,0 0 0,0 0 0,0-1 0,-1 1 0,1 0 0,0 0 0,0 0 0,0 0 0,0 0 0,0 0 0,0 0 0,0 0 0,0 0 0,0 0 0,0 0 0,0 0 0,0 0 0,-1 1 0,1-1 0,0 0 0,0 0 0,0 0 0,0 0 0,0 0 0,0 0 0,0 0 0,0 0 0,0 0 0,-7-43 0,6 33 0,-11-75 0,-29-267 0,33 249 0,9-148 0,-1 270 0,1-1 0,0 1 0,5 19 0,1 8 0,7 300 0,-12-211 0,-23-452 0,5 99 0,18 514 0,-4-152 0,2-144 0,0 0 0,0 0 0,0-1 0,0 1 0,0 0 0,0 0 0,0 0 0,0 0 0,0 0 0,0 0 0,0 0 0,-1 0 0,1 0 0,0 0 0,0 0 0,0 0 0,0 0 0,0-1 0,0 1 0,0 0 0,0 0 0,-1 0 0,1 0 0,0 0 0,0 0 0,0 0 0,0 0 0,0 0 0,0 0 0,-1 0 0,1 0 0,0 1 0,0-1 0,0 0 0,0 0 0,0 0 0,0 0 0,0 0 0,0 0 0,-1 0 0,1 0 0,0 0 0,0 0 0,0 0 0,0 0 0,0 0 0,0 1 0,0-1 0,0 0 0,0 0 0,0 0 0,0 0 0,0 0 0,0 0 0,0 0 0,-1 1 0,-10-20 0,-13-29 0,23 47 0,-127-306 0,128 307 0,0 0 0,0 0 0,0 0 0,0 0 0,0 0 0,0 0 0,0 0 0,1 0 0,-1 0 0,0 0 0,0 0 0,0 0 0,0 0 0,0 0 0,0 0 0,0 0 0,0 0 0,0 0 0,0 0 0,1 0 0,-1 0 0,0 0 0,0 0 0,0 0 0,0 0 0,0 0 0,0 0 0,0 0 0,0 0 0,0 0 0,0 0 0,0 0 0,1 0 0,-1 0 0,0 0 0,0 0 0,0 0 0,0 0 0,0-1 0,0 1 0,0 0 0,0 0 0,0 0 0,0 0 0,0 0 0,0 0 0,0 0 0,0 0 0,0 0 0,0 0 0,0 0 0,0-1 0,0 1 0,0 0 0,0 0 0,0 0 0,0 0 0,0 0 0,0 0 0,0 0 0,0 0 0,12 8 0,13 14 0,195 179 0,71 68 0,-291-268 0,1-1 0,0 1 0,-1 0 0,1-1 0,0 1 0,-1 0 0,1 0 0,-1-1 0,1 1 0,-1 0 0,1 0 0,-1 0 0,0 0 0,0 0 0,1 0 0,-1-1 0,0 1 0,0 0 0,0 0 0,0 0 0,0 0 0,0 1 0,0-1 0,-1-1 0,1 1 0,-1-1 0,1 1 0,-1-1 0,1 1 0,-1-1 0,1 0 0,-1 1 0,1-1 0,-1 0 0,0 0 0,1 1 0,-1-1 0,1 0 0,-1 0 0,0 0 0,1 0 0,-1 0 0,1 0 0,-1 0 0,0 0 0,1 0 0,-1 0 0,0 0 0,1 0 0,-1 0 0,1-1 0,-1 1 0,0 0 0,1 0 0,-1-1 0,0 0 0,-19-7 0,1-2 0,0-1 0,1 0 0,-26-21 0,-2-1 0,-32-20 0,-2 4 0,-2 4 0,-3 3 0,-140-49 0,220 90 0,-3-2 0,0 1 0,-1-1 0,1 2 0,0-1 0,-16 0 0,71 2 0,0 2 0,0 2 0,-1 3 0,1 1 0,52 17 0,-38-6 0,-2 2 0,0 4 0,78 44 0,-124-62 0,28 18 0,-38-24 0,-1 1 0,0 0 0,1 0 0,-1 0 0,0 0 0,0 0 0,0 0 0,0 1 0,-1-1 0,1 1 0,-1-1 0,2 4 0,-3-6 0,0 0 0,0 1 0,1-1 0,-1 0 0,0 1 0,0-1 0,0 0 0,0 1 0,0-1 0,0 0 0,0 1 0,0-1 0,0 0 0,-1 1 0,1-1 0,0 0 0,0 1 0,0-1 0,0 0 0,0 0 0,-1 1 0,1-1 0,0 0 0,0 1 0,0-1 0,-1 0 0,1 0 0,0 1 0,0-1 0,-1 0 0,1 0 0,0 0 0,-1 0 0,1 1 0,0-1 0,0 0 0,-1 0 0,1 0 0,0 0 0,-1 0 0,1 0 0,0 0 0,-1 0 0,1 0 0,-19 0 0,-39-10 0,-91-28 0,49 11 0,-595-128 0,177 44 0,511 109 0,3 1 0,1 1 0,0-1 0,0 0 0,0 0 0,0 0 0,0 0 0,0 0 0,-5-4 0,8 5 0,0 0 0,-1-1 0,1 1 0,0-1 0,0 1 0,-1 0 0,1-1 0,0 1 0,0-1 0,0 1 0,-1-1 0,1 1 0,0-1 0,0 1 0,0-1 0,0 1 0,0-1 0,0 1 0,0-1 0,0 1 0,0-1 0,0 0 0,11-17 0,-2 8 0,0 2 0,1-1 0,0 1 0,0 1 0,1 0 0,0 0 0,0 1 0,0 0 0,15-4 0,7-2 0,1 2 0,37-7 0,-34 10 0,1 2 0,0 2 0,0 1 0,0 2 0,-1 2 0,1 1 0,0 2 0,-1 1 0,1 3 0,-2 0 0,1 3 0,-2 1 0,45 22 0,-75-32 0,23 13 0,-27-16 0,0 1 0,0 0 0,0-1 0,0 1 0,0 0 0,-1 0 0,1-1 0,0 1 0,0 0 0,0 0 0,-1 0 0,1 0 0,0 0 0,-1 0 0,1 0 0,-1 0 0,1 1 0,-1-1 0,1 2 0,-2-2 0,1-1 0,-1 1 0,0-1 0,1 1 0,-1-1 0,1 1 0,-1-1 0,0 1 0,0-1 0,1 0 0,-1 1 0,0-1 0,0 0 0,1 0 0,-1 1 0,0-1 0,0 0 0,0 0 0,0 0 0,1 0 0,-1 0 0,0 0 0,0 0 0,0 0 0,1-1 0,-1 1 0,-1-1 0,-29-4 0,28 4 0,-84-24 0,1-3 0,1-5 0,2-3 0,-103-60 0,167 84-1365,6 4-5461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7:49:15.1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224 43 24575,'-57'32'0,"-103"78"0,153-106 0,138-64 0,-111 51 0,20-9 0,0 1 0,1 2 0,1 2 0,71-13 0,-112 26 0,0-1 0,0 1 0,0 0 0,0 0 0,0 0 0,0 0 0,0 0 0,0 0 0,1 0 0,-1 0 0,0 0 0,0 0 0,0 0 0,0 1 0,0-1 0,-1 0 0,1 1 0,0-1 0,0 1 0,0-1 0,1 2 0,-2-2 0,0 1 0,0 0 0,0 0 0,0-1 0,0 1 0,0 0 0,0-1 0,-1 1 0,1 0 0,0 0 0,0-1 0,-1 1 0,1 0 0,-1-1 0,1 1 0,0-1 0,-1 1 0,1-1 0,-1 1 0,1-1 0,-2 2 0,-43 33 0,40-31 0,-178 123 0,181-126 0,0 1 0,0-1 0,0 0 0,0 1 0,-1-1 0,1 0 0,0-1 0,-1 1 0,-3 1 0,5-2 0,0 0 0,1 0 0,-1 0 0,0 0 0,1 0 0,-1-1 0,0 1 0,0 0 0,1 0 0,-1 0 0,1 0 0,-1-1 0,0 1 0,1 0 0,-1-1 0,1 1 0,-1-1 0,0 1 0,1 0 0,-1-1 0,1 1 0,0-1 0,-1 0 0,-1-2 0,1 0 0,1 1 0,-1-1 0,0 0 0,1 0 0,-1 0 0,1 1 0,0-1 0,0 0 0,0 0 0,1 0 0,-1 0 0,0 0 0,1 1 0,1-4 0,6-19-17,0 2-1,24-45 1,-12 28-1296,-13 23-5513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7:49:23.2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206 0 24575,'-70'56'0,"26"-22"0,-47 47 0,91-81 0,0 0 0,0 0 0,0 0 0,0 0 0,0 0 0,1 1 0,-1-1 0,0 0 0,0 0 0,0 0 0,0 0 0,0 0 0,0 0 0,0 0 0,1 0 0,-1 0 0,0 0 0,0 0 0,0 1 0,0-1 0,0 0 0,0 0 0,0 0 0,0 0 0,0 0 0,0 0 0,0 0 0,0 1 0,0-1 0,1 0 0,-1 0 0,0 0 0,0 0 0,0 0 0,0 1 0,0-1 0,0 0 0,0 0 0,-1 0 0,1 0 0,0 0 0,0 0 0,0 1 0,0-1 0,0 0 0,0 0 0,0 0 0,0 0 0,0 0 0,0 0 0,0 0 0,0 1 0,-1-1 0,25-7 0,29-15 0,0-3 0,75-22 0,-106 40 0,1 2 0,-1 0 0,1 1 0,0 2 0,0 0 0,35 2 0,-57 0 0,0 0 0,0 0 0,0 0 0,0 0 0,0 0 0,0 0 0,0 1 0,0-1 0,0 0 0,0 0 0,-1 1 0,1-1 0,0 1 0,0-1 0,0 1 0,0-1 0,0 1 0,-1 0 0,1-1 0,0 1 0,0 0 0,-1-1 0,1 1 0,0 0 0,-1 0 0,1 0 0,0 1 0,-1 0 0,0-1 0,0 1 0,0 0 0,0-1 0,-1 1 0,1 0 0,0-1 0,-1 1 0,1-1 0,-1 1 0,1 0 0,-1-1 0,0 1 0,-2 2 0,-3 5 0,-1 0 0,0 0 0,-15 13 0,-16 11 0,-2-2 0,-74 44 0,103-68 0,5-6 0,10-9 0,11-12 0,-8 14-151,1-1-1,0 1 0,1 1 0,0-1 1,0 1-1,0 1 0,0 0 1,18-6-1,-18 8-6674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7:49:28.2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97 415 24575,'-10'3'0,"0"0"0,0 1 0,0 1 0,0-1 0,1 2 0,0-1 0,0 1 0,-11 10 0,21-14 0,8-4 0,10-4 0,28-11 0,-1-1 0,1 2 0,85-16 0,-290 37 0,171-7 0,-1-1 0,1 0 0,14-6 0,3 0 0,8-2 0,-4 0 0,0 1 0,1 2 0,-1 2 0,57-4 0,-91 10 0,1 0 0,-1 0 0,0 0 0,0 0 0,0 0 0,1 0 0,-1-1 0,0 1 0,0 0 0,1 0 0,-1 0 0,0 0 0,0 0 0,1 0 0,-1 0 0,0 0 0,0 0 0,0 0 0,1 0 0,-1 0 0,0 0 0,0 0 0,1 0 0,-1 1 0,0-1 0,0 0 0,1 0 0,-1 0 0,0 0 0,0 0 0,0 0 0,1 1 0,-1-1 0,0 0 0,0 0 0,0 0 0,0 0 0,0 1 0,1-1 0,-1 0 0,0 0 0,0 1 0,0-1 0,0 0 0,0 0 0,-12 7 0,-24 5 0,-30 3 0,0-3 0,0-3 0,-73 0 0,143-15 0,21-7 0,33-16 0,-23 13 0,0 2 0,2 1 0,0 2 0,0 2 0,1 1 0,0 1 0,0 3 0,0 1 0,41 2 0,-67 0 0,0 0 0,-1-1 0,1-1 0,-1 1 0,0-2 0,0 0 0,0 0 0,11-7 0,20-6 0,31-8 0,2 4 0,1 2 0,0 4 0,1 4 0,1 3 0,117 2 0,-176 9 0,-29 2 0,-29 4 0,-24 7 0,48-11 0,0 0 0,0-2 0,0 1 0,0-2 0,-22 1 0,37-5 0,7-2 0,10-4 0,219-60 0,-199 61 0,1 1 0,0 1 0,1 3 0,53 2 0,-139-25-1365,32 18-5461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7:47:39.6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1427 575 24575,'55'5'0,"80"-5"0,1-2 0,164 20 0,-299-18 0,0 0 0,0 0 0,0 0 0,0 0 0,0 0 0,0 0 0,0 0 0,0 1 0,0-1 0,0 0 0,0 1 0,0-1 0,0 1 0,0-1 0,0 1 0,0-1 0,1 2 0,-13 5 0,-35 2 0,-123-5 0,-239-25 0,-70-1 0,454 23 0,22-1 0,5 0 0,38 0 0,-37 0 0,1028 22 0,-1021-22 0,-7 0 0,0 0 0,1 0 0,-1 0 0,1 1 0,-1-1 0,0 1 0,0 0 0,1 1 0,6 2 0,-11-4 0,0 0 0,0 0 0,1 0 0,-1 0 0,0 0 0,0 0 0,0 0 0,0 1 0,0-1 0,0 0 0,0 0 0,0 0 0,0 0 0,0 0 0,0 0 0,0 0 0,0 0 0,0 0 0,1 0 0,-1 1 0,0-1 0,0 0 0,0 0 0,0 0 0,0 0 0,0 0 0,0 0 0,0 0 0,0 0 0,0 1 0,0-1 0,0 0 0,0 0 0,-1 0 0,1 0 0,0 0 0,0 0 0,0 0 0,0 0 0,0 1 0,0-1 0,0 0 0,0 0 0,0 0 0,0 0 0,0 0 0,0 0 0,0 0 0,0 0 0,-1 0 0,1 0 0,0 0 0,0 0 0,0 0 0,0 0 0,-10 4 0,-12 0 0,-81 4 0,-207-11 0,265 1 0,-488-39 0,-77-2 0,596 43 0,-9 1 0,21-2 0,12-2 0,45-7 0,1 4 0,82-1 0,113 15 0,-229-6 0,721 94 0,-689-91 0,-35-4 0,-26-1 0,-196-1 0,-868-27 0,838-2 0,100 10 0,116 17 0,19 0 0,30 1 0,-11 1 0,394-15 0,2 27 0,-343-8 0,236 10 0,188 7 0,-472-18 0,-18 1 0,-18-1 0,-88 2 0,-156-15 0,188 7 0,-337-31 0,279 19 0,-150-41 0,255 52 0,-8-2 0,1 0 0,0-1 0,0-2 0,1 0 0,-30-18 0,55 27 0,0 1 0,-1 0 0,1 0 0,0 0 0,0 0 0,0 0 0,0 0 0,0 0 0,0 0 0,-1 0 0,1 0 0,0-1 0,0 1 0,0 0 0,0 0 0,0 0 0,0 0 0,0 0 0,0 0 0,0-1 0,0 1 0,0 0 0,0 0 0,0 0 0,0 0 0,-1 0 0,1-1 0,0 1 0,0 0 0,1 0 0,-1 0 0,0 0 0,0-1 0,0 1 0,0 0 0,0 0 0,0 0 0,0 0 0,0 0 0,0 0 0,0-1 0,0 1 0,0 0 0,0 0 0,9-5 0,15-2 0,-23 7 0,78-15 0,145-9 0,85 17 0,-276 7 0,640 45 0,-670-45 0,40 5 0,-33-2 0,-31-2 0,-561-24 0,493 18 0,9 1 0,-422-36 0,337 16 0,228 14 0,331 7 0,1 27 0,-320-19 0,-18-1 0,436 41 0,-487-42 0,-19 0 0,-22 0 0,-325-13 0,-449-70 0,718 75 0,91 4 0,0 1 0,0 0 0,0 0 0,1 0 0,-1 0 0,0 0 0,0 0 0,0-1 0,0 1 0,0 0 0,0 0 0,0 0 0,0 0 0,0-1 0,0 1 0,1 0 0,-1 0 0,0 0 0,0 0 0,0-1 0,0 1 0,0 0 0,0 0 0,0 0 0,0-1 0,0 1 0,-1 0 0,1 0 0,0 0 0,0 0 0,0-1 0,0 1 0,0 0 0,0 0 0,0 0 0,0 0 0,0 0 0,0-1 0,-1 1 0,1 0 0,0 0 0,0 0 0,0 0 0,0 0 0,0 0 0,-1 0 0,1 0 0,0 0 0,0-1 0,0 1 0,0 0 0,-1 0 0,1 0 0,0 0 0,0 0 0,0 0 0,0 0 0,-1 0 0,16-9 0,13-2 0,-1 1 0,2 1 0,-1 1 0,42-5 0,118-6 0,32 8 0,271 19 0,-598-2 0,-51-9 0,0-6 0,-292-56 0,308 29 0,142 36 0,0 0 0,0 0 0,0 0 0,0 0 0,0 0 0,0 0 0,0 0 0,0 0 0,0 0 0,0 0 0,0 0 0,1 0 0,-1-1 0,0 1 0,0 0 0,0 0 0,0 0 0,0 0 0,0 0 0,0 0 0,0 0 0,0 0 0,0 0 0,0 0 0,0 0 0,0 0 0,0 0 0,0 0 0,0 0 0,0 0 0,0-1 0,0 1 0,0 0 0,0 0 0,0 0 0,0 0 0,0 0 0,0 0 0,0 0 0,0 0 0,0 0 0,0 0 0,-1 0 0,1 0 0,0 0 0,0 0 0,0 0 0,0 0 0,0 0 0,0 0 0,0 0 0,0 0 0,0 0 0,0-1 0,0 1 0,0 0 0,10-4 0,16-2 0,46 1 0,1 3 0,94 9 0,143 33 0,-262-34 0,-16-2 0,0 1 0,54 16 0,-86-21 0,1 0 0,-1 0 0,1 0 0,0 0 0,-1 0 0,1 0 0,-1 0 0,1 1 0,-1-1 0,1 0 0,0 0 0,-1 1 0,1-1 0,-1 0 0,1 1 0,-1-1 0,0 1 0,1-1 0,-1 0 0,1 1 0,-1-1 0,0 1 0,1-1 0,-1 1 0,0-1 0,1 1 0,-1 0 0,0-1 0,1 2 0,-16 6 0,-30 1 0,-477-2 0,461-9 0,-195-3 0,340-12 0,32 5 0,194 4 0,-350 11 0,-47 8 0,25-2 0,-409 66 0,388-61 0,125-36 0,63-20 0,2 4 0,1 5 0,174-29 0,-279 61 0,26-2 0,-22 6 0,-15 8 0,-16 8 0,-1-1 0,-1-1 0,-1-2 0,0 0 0,-48 17 0,52-22 0,-63 26 0,-1-4 0,-1-4 0,-108 20 0,53-10 0,57-14 0,67-22 0,19-2 0,0 0 0,0-1 0,0 1 0,0 0 0,0 0 0,0-1 0,0 1 0,0 0 0,0 0 0,0-1 0,0 1 0,0 0 0,0-1 0,0 1 0,0 0 0,0 0 0,0-1 0,0 1 0,0 0 0,0 0 0,1-1 0,-1 1 0,0 0 0,0 0 0,0 0 0,0-1 0,0 1 0,1 0 0,-1 0 0,0 0 0,0-1 0,0 1 0,1 0 0,-1 0 0,31-24 0,93-46 0,161-68 0,-387 197 0,34-23 0,-127 70 0,167-88 0,1 1 0,0 2 0,1 0 0,-35 40 0,60-61 0,1 0 0,-1 0 0,1 1 0,0-1 0,-1 0 0,1 1 0,0-1 0,0 0 0,-1 1 0,1-1 0,0 0 0,0 1 0,-1-1 0,1 1 0,0-1 0,0 0 0,0 1 0,0-1 0,0 1 0,0-1 0,0 1 0,-1-1 0,1 1 0,0-1 0,1 0 0,-1 1 0,0-1 0,0 1 0,0-1 0,0 1 0,0-1 0,0 0 0,0 1 0,1-1 0,-1 1 0,0-1 0,0 0 0,1 1 0,-1-1 0,0 0 0,1 1 0,24 6 0,34-6 0,2-8 0,0-1 0,-1-4 0,0-2 0,73-27 0,226-109 0,-246 99 0,-95 45 0,-18 7 0,0-1 0,0 0 0,0 0 0,0 0 0,0 0 0,0 0 0,1 0 0,-1 0 0,0 0 0,0 0 0,0 0 0,0 0 0,0 0 0,0 0 0,0 1 0,0-1 0,0 0 0,0 0 0,0 0 0,0 0 0,0 0 0,1 0 0,-1 0 0,0 1 0,0-1 0,0 0 0,0 0 0,0 0 0,0 0 0,0 0 0,0 0 0,0 0 0,0 1 0,0-1 0,0 0 0,-1 0 0,1 0 0,0 0 0,0 0 0,0 0 0,0 0 0,0 1 0,0-1 0,0 0 0,0 0 0,0 0 0,0 0 0,0 0 0,0 0 0,0 0 0,-1 0 0,1 0 0,0 0 0,0 0 0,0 0 0,0 1 0,0-1 0,0 0 0,-1 0 0,-28 25 0,-40 25 0,-105 57 0,-87 27 0,-20 11 0,242-121 0,59-54 0,36-29 0,3 2 0,97-73 0,148-77 0,-169 130 0,-191 84 0,-98 30 0,2 7 0,-208 91 0,351-132 0,-15 8 0,18-9 0,12-7 0,68-39 0,118-53 0,85-17 0,-233 97 0,43-18 0,120-31 0,-188 65 0,-19 1 0,0 0 0,1 0 0,-1 1 0,0-1 0,0 0 0,0 0 0,1 0 0,-1 0 0,0 0 0,0 0 0,0 0 0,0 1 0,0-1 0,0 0 0,1 0 0,-1 0 0,0 0 0,0 1 0,0-1 0,0 0 0,0 0 0,0 0 0,0 1 0,0-1 0,0 0 0,0 0 0,0 0 0,0 1 0,0-1 0,0 0 0,0 0 0,0 0 0,0 1 0,0-1 0,0 0 0,0 0 0,0 0 0,0 1 0,0-1 0,0 0 0,-1 0 0,-22 26 0,-71 61 0,-174 151 0,205-188 0,-1-3 0,-105 57 0,168-104 0,1 1 0,-1-1 0,0 0 0,1 1 0,-1-1 0,0 0 0,1 1 0,-1-1 0,0 0 0,1 0 0,-1 0 0,0 0 0,0 0 0,1 1 0,-1-1 0,0 0 0,0-1 0,1 1 0,-1 0 0,0 0 0,-1 0 0,2-1 0,0 1 0,-1-1 0,1 1 0,0-1 0,-1 1 0,1-1 0,0 1 0,0-1 0,-1 1 0,1-1 0,0 1 0,0-1 0,0 1 0,0-1 0,0 1 0,0-1 0,0 1 0,0-1 0,0 1 0,0-1 0,0 0 0,11-34 0,0 12 0,2 1 0,1 0 0,1 1 0,0 1 0,1 1 0,2 0 0,0 1 0,0 0 0,2 2 0,0 0 0,1 1 0,35-18 0,-10 9 0,1 2 0,1 2 0,1 3 0,0 1 0,64-11 0,12 8 0,-111 18 0,-1 0 0,1 1 0,0 1 0,-1 0 0,1 1 0,-1 0 0,16 6 0,-27-8 0,1 1 0,-1 0 0,0 0 0,0 0 0,-1 0 0,1 0 0,0 1 0,0-1 0,-1 0 0,1 1 0,0-1 0,-1 1 0,1 0 0,-1 0 0,0-1 0,0 1 0,0 0 0,0 0 0,0 0 0,0 0 0,0 0 0,-1 0 0,1 1 0,-1-1 0,1 0 0,-1 0 0,0 0 0,0 1 0,0-1 0,0 0 0,0 0 0,0 0 0,-1 1 0,1-1 0,-1 0 0,0 0 0,1 0 0,-3 3 0,-2 8 0,0-1 0,-1 0 0,-1 0 0,-15 21 0,5-13 0,0-1 0,-1 0 0,-1-1 0,-1-1 0,0 0 0,-2-2 0,-37 21 0,17-14 0,-1-2 0,0-2 0,-63 18 0,63-25 0,-86 12 0,110-21 0,0-1 0,0-1 0,0 0 0,-1-2 0,1 0 0,1-1 0,-22-6 0,36 8 0,1 0 0,-1 0 0,1 0 0,-1-1 0,1 0 0,0 1 0,0-1 0,0-1 0,0 1 0,0 0 0,0-1 0,1 1 0,-1-1 0,1 0 0,0 1 0,-3-6 0,3 5 0,1 0 0,0 0 0,0 0 0,0 0 0,1-1 0,-1 1 0,1 0 0,0-1 0,0 1 0,0 0 0,0 0 0,0-1 0,1 1 0,0 0 0,0-4 0,3-3 0,0 0 0,0 1 0,1-1 0,1 1 0,-1 0 0,1 0 0,1 1 0,0 0 0,0 0 0,8-7 0,1 1 0,1 1 0,0 1 0,1 1 0,0 0 0,0 1 0,1 1 0,21-7 0,-26 11 0,1 1 0,0 0 0,0 1 0,0 0 0,0 1 0,0 1 0,1 1 0,-1 0 0,0 1 0,22 3 0,-36-3 0,1-1 0,-1 0 0,0 0 0,0 1 0,0-1 0,0 1 0,1-1 0,-1 1 0,0 0 0,0-1 0,0 1 0,0 0 0,0 0 0,0-1 0,0 1 0,-1 0 0,1 0 0,0 0 0,0 0 0,-1 0 0,1 0 0,0 1 0,-1-1 0,1 0 0,-1 0 0,0 0 0,1 0 0,-1 1 0,0-1 0,0 0 0,0 0 0,0 1 0,0-1 0,0 0 0,0 0 0,0 1 0,0-1 0,-1 0 0,1 0 0,0 0 0,-1 1 0,1-1 0,-1 0 0,1 0 0,-1 0 0,-1 2 0,-2 5 0,-1 0 0,0 0 0,0-1 0,0 1 0,-8 7 0,-9 6 0,0-1 0,-1-1 0,-1-1 0,-29 16 0,-110 51 0,148-78 0,-64 27 0,72-32 0,-1 1 0,1-1 0,-1-1 0,0 0 0,1 0 0,-1 0 0,0-1 0,-12 0 0,19-1 0,-1 1 0,1 0 0,0-1 0,-1 1 0,1 0 0,-1-1 0,1 0 0,0 1 0,0-1 0,-1 0 0,1 1 0,0-1 0,0 0 0,0 0 0,0 0 0,0 0 0,0 0 0,0 0 0,0-1 0,0 1 0,0-2 0,-1 0 0,1 0 0,1 0 0,-1 0 0,0 0 0,1 0 0,-1 0 0,1 0 0,0 0 0,1-5 0,0-3 0,1 1 0,0 0 0,1 0 0,7-20 0,-2 15 0,0 1 0,1 0 0,1 0 0,0 0 0,0 1 0,2 1 0,-1 0 0,2 0 0,-1 2 0,2-1 0,28-16 0,-14 11 0,2 1 0,0 1 0,1 2 0,0 1 0,36-8 0,-56 16 0,1 0 0,-1 1 0,1 1 0,14 0 0,-26 0 0,0 1 0,0 0 0,1 0 0,-1 0 0,0 0 0,0 0 0,1 0 0,-1 0 0,0 0 0,0 0 0,0 0 0,1 0 0,-1 0 0,0 0 0,0 0 0,1 0 0,-1 0 0,0 0 0,0 0 0,0 0 0,1 0 0,-1 0 0,0 1 0,0-1 0,0 0 0,1 0 0,-1 0 0,0 0 0,0 0 0,0 1 0,1-1 0,-1 0 0,0 0 0,0 0 0,0 0 0,0 1 0,0-1 0,0 0 0,0 0 0,1 1 0,-1-1 0,0 0 0,0 0 0,0 0 0,0 1 0,0-1 0,0 0 0,0 0 0,0 1 0,0-1 0,0 0 0,0 0 0,0 0 0,0 1 0,-1-1 0,1 0 0,0 0 0,0 1 0,0-1 0,0 0 0,0 0 0,0 0 0,0 0 0,-1 1 0,1-1 0,-14 14 0,-36 23 0,-1-2 0,-2-2 0,-59 26 0,21-17 0,-111 33 0,191-71 0,8-2 0,-1-1 0,0 0 0,1 0 0,-1 0 0,0 0 0,0 0 0,1-1 0,-1 1 0,0-1 0,-5-1 0,8 1 0,1 0 0,0-1 0,-1 1 0,1 0 0,0 0 0,-1-1 0,1 1 0,0-1 0,-1 1 0,1 0 0,0-1 0,0 1 0,0-1 0,-1 1 0,1 0 0,0-1 0,0 1 0,0-1 0,0 1 0,0-1 0,0 1 0,0-1 0,0 1 0,0-1 0,0 1 0,0-1 0,0 1 0,0 0 0,0-1 0,0 1 0,1-1 0,4-17 0,-5 18 0,7-14 0,0 0 0,1 0 0,0 0 0,1 1 0,1 0 0,0 1 0,0 0 0,2 1 0,-1 0 0,1 1 0,1 0 0,14-8 0,3-1 0,2 1 0,1 1 0,0 2 0,40-13 0,-58 23 0,58-17 0,-65 20 0,-1 1 0,1 0 0,0 0 0,0 0 0,-1 1 0,1 0 0,10 2 0,-18-2 0,1 0 0,-1 0 0,0 0 0,1 0 0,-1 0 0,0 1 0,1-1 0,-1 0 0,0 0 0,0 0 0,1 0 0,-1 0 0,0 0 0,0 1 0,1-1 0,-1 0 0,0 0 0,0 0 0,1 1 0,-1-1 0,0 0 0,0 0 0,0 1 0,0-1 0,1 0 0,-1 1 0,0-1 0,0 0 0,0 0 0,0 1 0,0-1 0,0 0 0,0 1 0,0-1 0,0 0 0,0 1 0,0-1 0,0 1 0,-8 13 0,-18 13 0,25-25 0,-39 34 0,-2-2 0,-1-2 0,-2-2 0,-1-1 0,-1-3 0,-1-1 0,-1-3 0,-74 22 0,117-42 0,1 0 0,0 0 0,-1-1 0,1 1 0,-1-1 0,1 0 0,-1-1 0,0 1 0,1-1 0,-1 0 0,1-1 0,-11-1 0,16 2 0,-1-1 0,1 1 0,0-1 0,-1 1 0,1-1 0,0 1 0,0-1 0,-1 1 0,1-1 0,0 0 0,0 1 0,0-1 0,0 1 0,0-1 0,-1 1 0,1-1 0,0 0 0,0 1 0,1-1 0,-1 1 0,0-1 0,0 0 0,0 1 0,0-1 0,0 1 0,1-1 0,-1 1 0,0-1 0,1 0 0,8-18 0,0 4 0,0 1 0,2 0 0,0 0 0,0 1 0,1 1 0,1 0 0,17-13 0,-3 5 0,2 1 0,52-27 0,-49 32 0,1 0 0,0 2 0,1 2 0,42-8 0,-57 14 0,1 1 0,-1 1 0,1 1 0,-1 1 0,1 1 0,-1 0 0,0 1 0,1 1 0,22 7 0,-40-9 0,1 0 0,0-1 0,0 1 0,0 0 0,-1 1 0,1-1 0,0 0 0,-1 1 0,1-1 0,-1 1 0,0 0 0,1 0 0,-1 0 0,0 0 0,0 0 0,0 0 0,-1 1 0,1-1 0,-1 1 0,1-1 0,-1 1 0,0 0 0,1-1 0,-2 1 0,1 0 0,0 0 0,0 0 0,-1-1 0,0 1 0,1 0 0,-1 0 0,0 0 0,0 0 0,-1 0 0,1 0 0,-2 5 0,-1 1 0,0 0 0,-1-1 0,0 1 0,-1-1 0,1 0 0,-2 0 0,1-1 0,-1 1 0,0-1 0,-10 9 0,-24 17 0,0-2 0,-2-1 0,-2-2 0,0-3 0,-2-1 0,-1-2 0,0-2 0,-1-3 0,-80 19 0,128-36 0,-9 2 0,-1 0 0,0 0 0,0-1 0,-15 0 0,23-1 0,0 0 0,0-1 0,0 1 0,0 0 0,1-1 0,-1 1 0,0-1 0,0 1 0,0-1 0,1 0 0,-1 0 0,0 0 0,0 0 0,1 0 0,-1 0 0,1 0 0,-1 0 0,1-1 0,0 1 0,0 0 0,-1-1 0,1 0 0,0 1 0,0-1 0,0 0 0,0 1 0,1-1 0,-1 0 0,0 0 0,0-2 0,0-8 0,0 0 0,0 0 0,1 0 0,0 0 0,1 0 0,1 1 0,0-1 0,0 0 0,6-13 0,-2 5 0,2 1 0,0 0 0,1 0 0,17-25 0,-14 27 0,1 1 0,1 1 0,0 0 0,1 1 0,1 0 0,0 1 0,1 1 0,0 1 0,1 0 0,0 2 0,0 0 0,35-12 0,-26 12 0,-1 2 0,1 1 0,0 1 0,1 1 0,-1 1 0,1 2 0,0 0 0,55 8 0,-75-6 0,0 0 0,0 1 0,0 0 0,-1 1 0,1-1 0,-1 2 0,1-1 0,10 8 0,-15-10 0,-1 1 0,0 0 0,0 0 0,0 0 0,0 0 0,-1 0 0,1 0 0,-1 0 0,1 1 0,-1-1 0,0 1 0,1-1 0,-1 1 0,-1-1 0,1 1 0,0 0 0,-1-1 0,1 1 0,-1 0 0,0-1 0,0 1 0,0 0 0,0 0 0,0-1 0,-1 1 0,1 0 0,-1-1 0,-1 6 0,-1-2 0,1 0 0,-1-1 0,0 1 0,0-1 0,-1 0 0,1 0 0,-1 0 0,0 0 0,-1-1 0,-5 6 0,-55 37 0,56-41 0,-30 20 0,-2-3 0,0-1 0,-1-2 0,-1-1 0,-1-3 0,-1-2 0,0-1 0,-67 9 0,91-21-1365,8-1-5461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7:47:41.8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193 298 24575,'-96'82'0,"8"-7"0,88-75 0,-1 1 0,0-1 0,1 1 0,-1 0 0,1-1 0,-1 1 0,0-1 0,1 1 0,-1 0 0,1 0 0,0-1 0,-1 1 0,1 0 0,0 0 0,-1-1 0,1 1 0,0 0 0,0 0 0,0 0 0,-1-1 0,1 1 0,0 1 0,1-1 0,-1 0 0,1-1 0,-1 1 0,1-1 0,-1 1 0,1-1 0,-1 1 0,1-1 0,-1 1 0,1-1 0,-1 1 0,1-1 0,0 0 0,-1 0 0,1 1 0,0-1 0,-1 0 0,1 0 0,0 1 0,1-1 0,48 2 0,-39-2 0,67 0 0,0-3 0,0-4 0,-1-3 0,0-3 0,94-29 0,-71 8 0,-46 15 0,0 3 0,60-11 0,-137 33 0,-36 14 0,15-4 0,-205 78 0,-77 24 0,305-111 0,0-2 0,-1 0 0,1-2 0,-1 0 0,0-2 0,-38-1 0,58 0 0,0-1 0,1 1 0,-1-1 0,1 1 0,-1-1 0,1 0 0,-1 0 0,1 0 0,-1 0 0,1 0 0,0 0 0,0 0 0,-1 0 0,1 0 0,0-1 0,0 1 0,0 0 0,0-1 0,1 1 0,-1-1 0,0 1 0,0-1 0,1 1 0,-1-1 0,1 1 0,0-1 0,-1 0 0,1 1 0,0-1 0,0 0 0,0 1 0,0-1 0,0 0 0,1-1 0,-1-6 0,1 0 0,0 0 0,1 0 0,5-17 0,1 5 0,1 0 0,1 1 0,0 0 0,25-32 0,65-66 0,-76 93 0,2 1 0,0 1 0,2 1 0,1 2 0,0 0 0,1 2 0,35-14 0,-46 23 0,1 1 0,-1 1 0,2 1 0,-1 1 0,1 1 0,-1 1 0,1 0 0,0 2 0,0 0 0,0 2 0,1 0 0,-2 1 0,23 5 0,-37-5 0,0-1 0,-1 1 0,1 0 0,0 0 0,-1 0 0,0 1 0,1 0 0,-1 0 0,0 1 0,-1-1 0,1 1 0,-1 0 0,6 6 0,-8-7 0,1 1 0,-1-1 0,-1 1 0,1 0 0,0-1 0,-1 1 0,0 0 0,0 0 0,0 0 0,0 0 0,-1 0 0,0 0 0,0 0 0,0 0 0,0 0 0,0 0 0,-1 0 0,0 0 0,0 0 0,-1 5 0,-5 10 0,0-1 0,0 0 0,-2-1 0,0 0 0,-15 20 0,-63 75 0,81-104 0,-9 11-195,-1-1 0,-1 0 0,0-1 0,-2-1 0,1-1 0,-37 23 0,43-32-6631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7:48:05.0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511 1285 24575,'-29'12'0,"4"-2"0,49-14 0,358-78 0,-554 117 0,-63 10 0,280-48 0,56 1 0,-40 2 0,14-1 0,200 1 0,-275 0 0,1 0 0,-1 0 0,0-1 0,1 1 0,-1 0 0,0 0 0,1 0 0,-1 0 0,0 0 0,1 0 0,-1 0 0,1 0 0,-1 0 0,0 0 0,1 0 0,-1 0 0,0 0 0,1 0 0,-1 1 0,1-1 0,-1 0 0,0 0 0,1 0 0,-1 0 0,0 1 0,1-1 0,-1 0 0,0 0 0,0 1 0,1-1 0,-1 0 0,0 0 0,0 1 0,1-1 0,-1 1 0,-14 6 0,-27 3 0,18-5 0,-29 7 0,-1-3 0,-93 3 0,146-12 0,0 0 0,0 0 0,0 0 0,0 0 0,0 0 0,0 0 0,0 0 0,0 0 0,0 0 0,0 0 0,0 0 0,0-1 0,0 1 0,0 0 0,0 0 0,0 0 0,0 0 0,0 0 0,0 0 0,-1 0 0,1 0 0,0 0 0,0 0 0,0 0 0,0 0 0,0 0 0,0-1 0,0 1 0,0 0 0,0 0 0,0 0 0,0 0 0,0 0 0,0 0 0,16-5 0,27-4 0,22 1 0,115-1 0,-164 11 0,-21 3 0,-26 3 0,-314 19 0,269-26 0,62-1 0,50 0 0,24 2 0,0 2 0,0 3 0,-1 2 0,75 23 0,-117-25 0,-23-4 0,-33-5 0,-439-100 0,464 98 0,2 1 0,-1 1 0,1 0 0,0 0 0,-21 1 0,93 1 0,1 2 0,61 11 0,127 31 0,-217-38 0,-31-6 0,23 5 0,-17-2 0,-14-1 0,-221-2 0,132-2 0,-102 10 0,194-7 0,6 0 0,17 3 0,26 2 0,97 3 0,-134-7 0,-13 2 0,-15 1 0,-79 3 0,-115-6 0,132-2 0,81 0 0,1 0 0,-1 0 0,1 0 0,-1 0 0,1 0 0,-1 0 0,1 0 0,-1 0 0,1 0 0,-1 0 0,1 0 0,-1 0 0,1 0 0,-1 0 0,1 0 0,-1 0 0,1-1 0,-1 1 0,1 0 0,0 0 0,-1-1 0,1 1 0,-1 0 0,1-1 0,0 1 0,-1 0 0,1-1 0,0 1 0,-1-1 0,1 1 0,0 0 0,-1-1 0,1 1 0,0-1 0,0 0 0,9-16 0,27-12 0,8 7 0,0 1 0,1 2 0,1 2 0,49-10 0,193-28 0,-275 53 0,26-4 0,0 1 0,51 2 0,-78 7 0,-18 3 0,-19 8 0,24-15 0,-87 37 0,-2-4 0,-97 22 0,44-14 0,77-20 0,-150 40 0,216-60 0,-1-1 0,1 0 0,0 0 0,-1 0 0,1 1 0,-1-1 0,1 0 0,-1 0 0,1 0 0,-1 0 0,1 0 0,-1 0 0,1 0 0,0 0 0,-1 0 0,1 0 0,-1 0 0,1 0 0,-1 0 0,1 0 0,-1 0 0,1 0 0,-1-1 0,1 1 0,0 0 0,-1 0 0,1 0 0,-1-1 0,1 1 0,0 0 0,-1-1 0,9-12 0,29-17 0,-36 28 0,88-61 0,111-58 0,105-38 0,-290 152 0,127-64 0,167-58 0,-395 162 0,-109 58 0,82-35 0,-430 169 0,537-226 0,13-7 0,19-13 0,59-36 0,2 4 0,2 4 0,2 4 0,143-50 0,-217 89 0,-6 2 0,0 0 0,1 0 0,-1 1 0,1 1 0,0 0 0,15-1 0,-26 6 0,-6 2 0,-12 8 0,-97 58 0,-3-5 0,-3-5 0,-162 58 0,249-106 0,-5 2 0,-55 14 0,88-30 0,9-5 0,12-9 0,-16 15 0,84-64 0,3 4 0,2 3 0,3 5 0,110-47 0,115-27 0,-250 105 0,2 2 0,125-17 0,-183 35 0,-8 0 0,1 0 0,0 0 0,-1 1 0,1 0 0,0-1 0,0 1 0,-1 0 0,1 1 0,0-1 0,-1 1 0,1 0 0,0 0 0,-1 0 0,6 2 0,-8-2 0,-1 0 0,1 0 0,-1 0 0,1 0 0,-1 0 0,0 0 0,1 0 0,-1 0 0,0 0 0,0 0 0,0 0 0,0 0 0,0 0 0,0 0 0,0 0 0,0 0 0,0 0 0,-1 0 0,1 0 0,0 0 0,-1 0 0,0 2 0,-11 23 0,-4-1 0,-1-1 0,0 0 0,-2-2 0,-1 0 0,0-1 0,-46 36 0,22-25 0,-1-2 0,-92 46 0,134-74 0,-1 0 0,0-1 0,1 1 0,-1-1 0,0 1 0,0-1 0,0 0 0,0-1 0,0 1 0,-4 0 0,6-2 0,1 1 0,-1-1 0,1 0 0,0 0 0,-1 0 0,1 1 0,0-1 0,-1 0 0,1-1 0,0 1 0,0 0 0,0 0 0,0 0 0,0-1 0,0 1 0,0 0 0,0-1 0,1 1 0,-1-1 0,1 1 0,-1-1 0,1 1 0,-1-1 0,1 1 0,0-1 0,0 0 0,0-1 0,-4-13 0,1-1 0,1 1 0,0-1 0,1 1 0,1-1 0,1 1 0,0-1 0,1 1 0,5-18 0,-5 25 0,1 1 0,0-1 0,1 1 0,0 0 0,0 0 0,0 1 0,1-1 0,1 1 0,-1 0 0,1 0 0,0 1 0,0 0 0,1 0 0,0 0 0,0 1 0,1 0 0,-1 0 0,14-6 0,-15 9 0,0-1 0,1 1 0,-1-1 0,1 2 0,-1-1 0,1 1 0,0 0 0,0 0 0,0 1 0,6 0 0,-9 1 0,-1-1 0,0 1 0,0-1 0,0 1 0,0 0 0,0 1 0,0-1 0,0 0 0,0 1 0,0-1 0,-1 1 0,1 0 0,0 0 0,-1 0 0,0 0 0,1 1 0,-1-1 0,0 1 0,0-1 0,0 1 0,-1 0 0,1 0 0,1 3 0,2 7 0,0 1 0,-1-1 0,-1 1 0,0-1 0,-1 1 0,0 0 0,-1 0 0,-1 0 0,0 0 0,-1 0 0,0 0 0,-1 0 0,-1 0 0,0-1 0,-1 1 0,0-1 0,-9 18 0,3-10 0,-1 0 0,-1-1 0,-1-1 0,0 0 0,-1-1 0,-1 0 0,-1-2 0,-1 1 0,-34 25 0,50-41 0,0 0 0,0 0 0,-1-1 0,1 1 0,0 0 0,0-1 0,0 1 0,-1-1 0,1 1 0,0-1 0,0 0 0,-1 1 0,1-1 0,0 0 0,-1 0 0,1 0 0,0 0 0,-1 0 0,1 0 0,0 0 0,-1-1 0,1 1 0,0 0 0,-1-1 0,1 1 0,0-1 0,0 1 0,0-1 0,-1 0 0,1 0 0,0 1 0,0-1 0,0 0 0,0 0 0,0 0 0,0 0 0,1 0 0,-1 0 0,0 0 0,0 0 0,1-1 0,-1 1 0,1 0 0,-1 0 0,0-3 0,-4-7 0,1-1 0,0 0 0,-4-24 0,6 25 0,-8-39 0,2 0 0,-2-57 0,10 81 0,0 0 0,1 1 0,2-1 0,1 0 0,0 1 0,11-30 0,-10 43 0,0 0 0,1 0 0,0 0 0,1 1 0,0 0 0,1 0 0,10-10 0,-14 17 0,-1-1 0,1 1 0,1 0 0,-1 1 0,1-1 0,-1 1 0,1 0 0,0 0 0,0 0 0,0 0 0,1 1 0,-1 0 0,0 0 0,1 1 0,0-1 0,-1 1 0,1 1 0,9-1 0,-12 1 0,1 1 0,0 1 0,-1-1 0,1 0 0,-1 1 0,0 0 0,1-1 0,-1 1 0,0 1 0,0-1 0,0 0 0,-1 1 0,1 0 0,0-1 0,-1 1 0,0 0 0,0 0 0,0 0 0,0 1 0,0-1 0,0 0 0,-1 1 0,0-1 0,2 6 0,3 11 0,-1 0 0,-1 0 0,2 22 0,-5-35 0,4 29 0,-3 1 0,-1-1 0,-7 73 0,3-86 0,-1 0 0,-1 0 0,-1-1 0,-1 1 0,-1-1 0,-1-1 0,-16 29 0,24-49 0,0 1 0,1-1 0,-1 0 0,0 1 0,0-1 0,0 0 0,0 0 0,0 0 0,0 1 0,0-1 0,0 0 0,-1 0 0,1-1 0,0 1 0,-1 0 0,1 0 0,0-1 0,-1 1 0,1 0 0,-1-1 0,1 1 0,-1-1 0,1 0 0,-1 0 0,1 0 0,-1 1 0,0-1 0,1-1 0,-1 1 0,1 0 0,-1 0 0,1 0 0,-1-1 0,1 1 0,-1-1 0,1 1 0,-1-1 0,1 0 0,0 0 0,-1 1 0,1-1 0,-2-2 0,-5-3 0,1-1 0,1 1 0,-1-1 0,1-1 0,1 1 0,-6-9 0,-4-10 0,0-1 0,2 0 0,1-1 0,1-1 0,2 1 0,0-2 0,3 1 0,0-1 0,-3-59 0,8 56 0,1 1 0,2 0 0,1 0 0,1 0 0,2 1 0,1-1 0,2 1 0,1 1 0,18-40 0,-25 64 0,0 0 0,0 1 0,1-1 0,-1 1 0,1 0 0,0 0 0,1 1 0,-1-1 0,1 1 0,0 0 0,0 0 0,7-4 0,-9 7 0,-1 0 0,1 0 0,-1 0 0,1 0 0,0 0 0,-1 1 0,1-1 0,0 1 0,-1 0 0,1 0 0,0 0 0,0 0 0,-1 0 0,1 1 0,0-1 0,-1 1 0,1 0 0,0 0 0,-1 0 0,1 0 0,-1 0 0,0 0 0,1 1 0,-1-1 0,0 1 0,0-1 0,0 1 0,0 0 0,0 0 0,0 0 0,2 3 0,5 7 0,0 2 0,0-1 0,-2 1 0,1 0 0,-2 1 0,0 0 0,0 0 0,-2 0 0,0 1 0,3 20 0,0 17 0,1 91 0,-9-104 0,-1 0 0,-3 0 0,-1 0 0,-1-1 0,-3 0 0,-1 0 0,-31 71 0,42-109 0,-1 1 0,0 0 0,0 0 0,0 0 0,0-1 0,0 1 0,0 0 0,-1-1 0,1 1 0,-1-1 0,-2 3 0,4-4 0,-1 0 0,1 1 0,-1-1 0,1 0 0,-1 0 0,1 0 0,-1 0 0,1 0 0,-1 0 0,1 0 0,-1 0 0,1 0 0,-1 0 0,1 0 0,-1 0 0,1 0 0,0 0 0,-1 0 0,1-1 0,-1 1 0,1 0 0,-1 0 0,1 0 0,-1-1 0,1 1 0,0 0 0,-1-1 0,1 1 0,-1-1 0,-2-3 0,0 0 0,1-1 0,-1 1 0,1-1 0,0 1 0,0-1 0,1 0 0,-2-6 0,-11-51 0,2-2 0,3 0 0,3 0 0,3 0 0,3 0 0,3-1 0,2 1 0,15-68 0,-17 111 0,2 1 0,0 0 0,1 0 0,13-28 0,-19 48 0,0 0 0,0-1 0,0 1 0,0 0 0,0-1 0,0 1 0,0-1 0,1 1 0,-1 0 0,0-1 0,0 1 0,0 0 0,1-1 0,-1 1 0,0 0 0,0-1 0,1 1 0,-1 0 0,0 0 0,0-1 0,1 1 0,-1 0 0,0 0 0,1-1 0,-1 1 0,0 0 0,1 0 0,-1 0 0,0 0 0,1 0 0,-1 0 0,1-1 0,-1 1 0,0 0 0,1 0 0,-1 0 0,1 0 0,-1 0 0,0 0 0,1 1 0,-1-1 0,0 0 0,1 0 0,-1 0 0,1 0 0,-1 0 0,0 0 0,1 1 0,-1-1 0,0 0 0,1 0 0,-1 1 0,0-1 0,0 0 0,1 0 0,-1 1 0,0-1 0,0 0 0,1 1 0,-1-1 0,0 0 0,0 1 0,12 29 0,-10-24 0,16 53 0,-3-1 0,-2 2 0,9 112 0,-18-64 0,-10 137 0,4-210 0,1-3 0,-1 1 0,-2-1 0,-1 0 0,-2-1 0,-15 49 0,18-77 0,2-14 0,2-22 0,0 27 0,4-199 0,48-315 0,-34 334 0,-16 144 0,-1 48 0,0-1 0,0 0 0,1 1 0,-1-1 0,5 9 0,3 11 0,9 54 0,-3 0 0,-4 2 0,-4-1 0,-4 142 0,-4-209 0,-1-1 0,0 0 0,-6 22 0,4-67 0,6-135 0,27-199 0,55-164 0,-80 516 0,-1 19 0,0 26 0,-2-21 0,7 105 0,-9 143 0,-4-178 0,-5-1 0,-33 134 0,-28 40 0,67-307 0,50-828 0,-41 859 0,-2 44 0,1 5 0,13 95 0,-4 0 0,-6 1 0,-5-1 0,-6 1 0,-30 194 0,31-299 0,5-31 0,7-34 0,12-30 0,3 1 0,4 1 0,3 2 0,64-114 0,-90 180 0,1-1 0,0 0 0,0 0 0,1 0 0,0 0 0,11-10 0,-11 16 0,-7 10 0,-8 14 0,-8 6 0,-1 0 0,-1-1 0,-1-1 0,-42 40 0,-102 77 0,137-119 0,-60 43 0,-26 21 0,116-85 0,0 0 0,-1 0 0,1 0 0,0-1 0,-1 1 0,1-1 0,0 0 0,4 0 0,-4 0 0,31 0 0,0 3 0,0 1 0,-1 1 0,1 2 0,40 14 0,-73-20 0,-1-1 0,1 1 0,-1-1 0,1 1 0,-1 0 0,0 0 0,1 0 0,-1 0 0,0 0 0,0 0 0,0 0 0,1 0 0,-1 0 0,0 0 0,-1 1 0,1-1 0,0 0 0,0 1 0,0-1 0,-1 1 0,1-1 0,-1 1 0,1-1 0,-1 1 0,0-1 0,0 1 0,1-1 0,-1 1 0,0 0 0,0-1 0,-1 1 0,1-1 0,0 1 0,0-1 0,-1 1 0,1 0 0,-1-1 0,1 0 0,-1 1 0,-1 1 0,-3 8 0,-1 0 0,0-1 0,-1 1 0,-10 11 0,9-11 0,-13 14 0,0 0 0,-1-2 0,-1 0 0,-2-1 0,0-2 0,-1-1 0,-1 0 0,-1-2 0,-42 19 0,118-59 0,113-48 0,-123 56 0,-1 2 0,63-12 0,-99 25 0,0-1 0,0 1 0,1 0 0,-1 0 0,0-1 0,0 1 0,0 0 0,1 0 0,-1 0 0,0 0 0,0 0 0,1 0 0,-1 1 0,0-1 0,0 0 0,0 1 0,1-1 0,1 2 0,-3-2 0,0 1 0,0 0 0,0-1 0,0 1 0,0 0 0,0-1 0,0 1 0,0 0 0,0-1 0,0 1 0,-1 0 0,1-1 0,0 1 0,0-1 0,-1 1 0,1-1 0,0 1 0,-1 0 0,1-1 0,-1 1 0,1-1 0,0 0 0,-1 1 0,0 0 0,-42 36 0,39-34 0,-231 161 0,222-152 0,13-12 0,0 0 0,0 0 0,-1 0 0,1 0 0,0 0 0,0 0 0,0 1 0,0-1 0,0 0 0,0 0 0,0 0 0,0 0 0,0 0 0,0 0 0,0 0 0,0 0 0,0 0 0,0 1 0,0-1 0,0 0 0,0 0 0,0 0 0,0 0 0,0 0 0,0 0 0,0 0 0,0 0 0,0 0 0,0 1 0,0-1 0,0 0 0,0 0 0,0 0 0,0 0 0,1 0 0,-1 0 0,0 0 0,0 0 0,0 0 0,0 0 0,0 0 0,0 0 0,0 0 0,0 0 0,0 1 0,0-1 0,0 0 0,1 0 0,-1 0 0,0 0 0,0 0 0,0 0 0,0 0 0,0 0 0,0 0 0,0 0 0,0 0 0,0 0 0,1 0 0,-1 0 0,0 0 0,0 0 0,0 0 0,29-7 0,-12 2 0,40-10 0,-38 8 0,1 2 0,0 1 0,0 0 0,0 1 0,32 0 0,-52 3 0,0 0 0,0 0 0,0 0 0,0 0 0,1 0 0,-1 0 0,0 0 0,0 0 0,0 0 0,0 0 0,0 0 0,1 0 0,-1 0 0,0 0 0,0 0 0,0 0 0,0 0 0,0 0 0,1 0 0,-1 0 0,0 0 0,0 0 0,0 1 0,0-1 0,0 0 0,0 0 0,1 0 0,-1 0 0,0 0 0,0 0 0,0 0 0,0 1 0,0-1 0,0 0 0,0 0 0,0 0 0,0 0 0,0 0 0,0 1 0,0-1 0,0 0 0,0 0 0,0 0 0,0 0 0,0 0 0,0 1 0,0-1 0,0 0 0,0 0 0,0 0 0,0 1 0,-8 8 0,-15 7 0,22-15 0,-37 27 0,22-16 0,-1 0 0,0-1 0,-35 16 0,52-27 0,0 1 0,-1-1 0,1 0 0,-1 1 0,1-1 0,0 0 0,-1 0 0,1 0 0,-1 1 0,1-1 0,-1 0 0,1 0 0,-1 0 0,1 0 0,-1 0 0,1 0 0,-1 0 0,1 0 0,-1 0 0,1 0 0,-1 0 0,1 0 0,0-1 0,-1 1 0,1 0 0,-1 0 0,1 0 0,-1-1 0,1 1 0,0 0 0,-1 0 0,1-1 0,-1 1 0,1 0 0,0-1 0,-1 1 0,1 0 0,0-1 0,2-21 0,21-24 0,-13 33 0,1 0 0,0 0 0,1 1 0,0 0 0,0 1 0,2 0 0,15-9 0,29-25 0,-99 56 0,-68 24 0,63-22 0,0 2 0,1 3 0,-55 29 0,97-46 0,-16 10 0,14-10 0,9-10 0,13-10 0,1 0 0,0 1 0,29-21 0,1-1 0,13-16 0,-25 20 0,3 2 0,0 1 0,67-40 0,-183 133 0,-138 74 0,103-67 0,95-55 0,19-12 0,30-15 0,-24 11 0,182-77 0,-161 71 0,0 1 0,1 2 0,0 1 0,54-4 0,-83 10 0,0 0 0,0-1 0,0 1 0,0 0 0,0 0 0,0 0 0,0 0 0,0 0 0,0 0 0,0 0 0,0 0 0,0 1 0,0-1 0,0 0 0,0 1 0,0-1 0,0 0 0,0 1 0,0 0 0,0-1 0,0 1 0,0-1 0,0 1 0,-1 0 0,1-1 0,0 1 0,-1 0 0,1 0 0,0 0 0,0 1 0,-1 0 0,0-1 0,-1 1 0,1-1 0,-1 1 0,1-1 0,-1 1 0,1-1 0,-1 0 0,0 1 0,0-1 0,0 0 0,0 1 0,0-1 0,0 0 0,0 0 0,0 0 0,0 0 0,0 0 0,-1 0 0,0 1 0,-388 264 0,245-190 0,215-108 0,1 3 0,2 3 0,0 3 0,2 4 0,117-16 0,-151 36 0,-41-1 0,1 0 0,0 0 0,-1 0 0,1 0 0,-1 0 0,1 0 0,0 0 0,-1 0 0,1 1 0,-1-1 0,1 0 0,0 1 0,-1-1 0,1 0 0,-1 1 0,1-1 0,-1 1 0,1-1 0,-1 0 0,0 1 0,1 0 0,-1 0 0,0 0 0,0-1 0,-1 1 0,1 0 0,0 0 0,0-1 0,-1 1 0,1 0 0,-1-1 0,1 1 0,0 0 0,-1-1 0,1 1 0,-1 0 0,0-1 0,1 1 0,-1-1 0,1 1 0,-1-1 0,0 0 0,1 1 0,-3 0 0,-27 17 0,-2-1 0,0-1 0,-1-2 0,-36 10 0,13-3 0,-176 77 0,224-97 0,15-10 0,16-15 0,50-36 0,3 3 0,2 3 0,144-75 0,-222 129 0,0-1 0,0 1 0,0 0 0,0 0 0,0 0 0,0 0 0,0 0 0,0 0 0,0 0 0,-1 0 0,1 0 0,0 0 0,0 0 0,0 0 0,0-1 0,0 1 0,0 0 0,0 0 0,0 0 0,0 0 0,0 0 0,0 0 0,0 0 0,0 0 0,0-1 0,0 1 0,0 0 0,0 0 0,0 0 0,0 0 0,0 0 0,0 0 0,0 0 0,0 0 0,0-1 0,0 1 0,0 0 0,0 0 0,0 0 0,0 0 0,0 0 0,0 0 0,1 0 0,-1 0 0,0 0 0,0 0 0,0 0 0,0-1 0,0 1 0,0 0 0,0 0 0,0 0 0,0 0 0,0 0 0,1 0 0,-1 0 0,0 0 0,0 0 0,-17-1 0,-24 2 0,-129 13 0,-105 4 0,219-17 0,0-3 0,-104-16 0,158 18 0,1-1 0,-1 1 0,1 0 0,-1-1 0,1 1 0,-1-1 0,1 1 0,0-1 0,-1 1 0,1-1 0,0 0 0,0 0 0,-1 0 0,1 0 0,0 0 0,0 0 0,0 0 0,0 0 0,0 0 0,-1-2 0,2 1 0,-1 0 0,1 1 0,0-1 0,0 1 0,0-1 0,0 1 0,0-1 0,0 0 0,1 1 0,-1-1 0,0 1 0,1-1 0,-1 1 0,1-1 0,0 1 0,-1-1 0,1 1 0,0 0 0,0-1 0,2-1 0,5-7 0,0 1 0,1-1 0,1 2 0,-1-1 0,2 1 0,-1 1 0,1 0 0,0 0 0,14-6 0,9-2 0,68-20 0,-63 24 0,1 2 0,45-4 0,-64 11 0,-1 0 0,1 2 0,-1 1 0,0 0 0,1 2 0,23 5 0,-43-8 0,0 0 0,0 0 0,1 0 0,-1 1 0,0-1 0,0 0 0,0 0 0,0 1 0,0-1 0,0 1 0,0-1 0,0 1 0,0-1 0,0 1 0,-1 0 0,1 0 0,0-1 0,0 1 0,0 0 0,-1 0 0,1 0 0,0 0 0,-1 0 0,1-1 0,-1 1 0,1 0 0,0 2 0,-2-2 0,1 1 0,-1-1 0,1 0 0,-1 1 0,0-1 0,1 0 0,-1 0 0,0 1 0,0-1 0,0 0 0,0 0 0,0 0 0,0 0 0,0 0 0,0 0 0,0 0 0,-2 0 0,-8 6 0,0-1 0,0 0 0,-17 6 0,0-2 0,0-1 0,0-2 0,0-1 0,-1-1 0,0-1 0,-33 0 0,58-4 0,1-1 0,0 1 0,0-1 0,0 1 0,0-1 0,0 0 0,0 0 0,0-1 0,0 1 0,0 0 0,1-1 0,-1 0 0,0 0 0,1 0 0,-3-2 0,0-1 0,1 0 0,0 0 0,0 0 0,0-1 0,1 1 0,-6-12 0,2 0 0,1 0 0,1-1 0,1 1 0,-4-26 0,8 35 0,-1 0 0,1 1 0,1-1 0,-1 0 0,1 0 0,1 1 0,0-1 0,0 1 0,0-1 0,1 1 0,0 0 0,0 0 0,1 0 0,0 0 0,0 1 0,0-1 0,1 1 0,0 0 0,0 1 0,1-1 0,0 1 0,0 0 0,10-7 0,-8 7 0,0 0 0,0 0 0,1 1 0,0 0 0,0 0 0,0 1 0,0 0 0,0 1 0,1 0 0,-1 0 0,1 1 0,0 0 0,-1 1 0,1 0 0,-1 1 0,1 0 0,0 0 0,16 5 0,-24-5 0,1 0 0,0 0 0,0 0 0,-1 0 0,1 1 0,-1-1 0,0 1 0,1 0 0,-1 0 0,0 0 0,0 0 0,0 0 0,0 0 0,0 1 0,-1-1 0,1 0 0,-1 1 0,2 3 0,-1-1 0,0 0 0,-1 0 0,0 0 0,0 1 0,-1-1 0,1 0 0,-1 0 0,0 1 0,-1 7 0,-2 2 0,0 0 0,0 0 0,-2 0 0,0 0 0,-13 26 0,10-27 0,0 0 0,-1-1 0,-1 0 0,0 0 0,-1-1 0,-13 12 0,17-18 0,0 0 0,0-1 0,0 0 0,-1 0 0,0 0 0,0-1 0,0 0 0,0 0 0,-1-1 0,1-1 0,-1 1 0,-12 1 0,20-4 0,-1 0 0,1 0 0,0 0 0,-1 0 0,1 0 0,-1-1 0,1 1 0,0 0 0,-1-1 0,1 1 0,0-1 0,-1 1 0,1-1 0,0 0 0,0 0 0,0 1 0,-1-1 0,1 0 0,0 0 0,0 0 0,0 0 0,0 0 0,1-1 0,-1 1 0,0 0 0,0 0 0,1 0 0,-1-1 0,0-1 0,-2-5 0,1 1 0,0-1 0,1 0 0,-2-9 0,2 8 0,-2-21 0,1 0 0,2 0 0,1 0 0,1 1 0,1-1 0,2 0 0,10-35 0,-3 26 0,1 2 0,2-1 0,1 2 0,42-67 0,-49 89 0,1-1 0,1 2 0,1 0 0,-1 0 0,24-18 0,-28 25 0,-1 1 0,2 1 0,-1-1 0,0 1 0,1 0 0,0 1 0,0 0 0,0 0 0,0 1 0,1 0 0,-1 0 0,0 1 0,13 0 0,-20 1 0,1 0 0,-1 0 0,1 0 0,-1 1 0,1-1 0,-1 0 0,1 1 0,-1 0 0,0-1 0,1 1 0,-1 0 0,0 0 0,0-1 0,1 1 0,-1 0 0,0 0 0,0 0 0,0 0 0,0 1 0,0-1 0,0 0 0,-1 0 0,1 1 0,0-1 0,0 0 0,-1 1 0,1-1 0,-1 1 0,0-1 0,1 1 0,-1-1 0,0 1 0,0-1 0,0 1 0,0-1 0,0 1 0,0-1 0,0 1 0,-1 1 0,0 9 0,0 0 0,-1 0 0,-6 19 0,7-30 0,-12 40 0,-3 0 0,-1-1 0,-2-1 0,-1-1 0,-2-1 0,-2-1 0,-1-1 0,-2-1 0,-1-1 0,-2-2 0,-1 0 0,-47 34 0,95-94 0,23-29 0,-32 47 0,80-100 0,-71 92 0,1 0 0,0 2 0,33-24 0,-50 40 0,0 0 0,0 0 0,0 1 0,0-1 0,0 0 0,0 1 0,0-1 0,0 1 0,0-1 0,0 1 0,0 0 0,0-1 0,1 1 0,-1 0 0,0 0 0,2 0 0,-3 0 0,1 0 0,-1 1 0,0-1 0,1 0 0,-1 1 0,0-1 0,0 0 0,1 1 0,-1-1 0,0 1 0,0-1 0,0 0 0,0 1 0,1-1 0,-1 1 0,0-1 0,0 1 0,0-1 0,0 0 0,0 1 0,0-1 0,0 1 0,0-1 0,0 1 0,0-1 0,0 0 0,-1 1 0,1 0 0,-16 42 0,15-41 0,-29 57 0,-3-2 0,-40 54 0,12-19 0,32-46 0,-43 63 0,70-108 0,7-11 0,11-18 0,85-113 0,72-93 0,-162 221 0,-5 5 0,0 0 0,1 0 0,0 0 0,1 1 0,0 1 0,16-12 0,-23 17 0,-1 1 0,0 0 0,0 0 0,0 0 0,1 0 0,-1 0 0,0-1 0,0 1 0,1 0 0,-1 0 0,0 0 0,0 0 0,1 0 0,-1 0 0,0 0 0,0 0 0,1 0 0,-1 0 0,0 0 0,0 0 0,1 0 0,-1 0 0,0 0 0,0 0 0,1 1 0,-1-1 0,0 0 0,0 0 0,1 0 0,-1 0 0,0 0 0,0 0 0,0 1 0,1-1 0,-1 0 0,0 0 0,0 0 0,0 1 0,0-1 0,1 0 0,-1 0 0,0 1 0,0-1 0,0 0 0,1 18 0,-9 18 0,-5 3 0,-2 0 0,-2-1 0,-1 0 0,-24 36 0,7-21 0,-80 95 0,102-132 0,10-11 0,-1 0 0,1-1 0,-1 1 0,0-1 0,-1 0 0,1 0 0,-1 0 0,0 0 0,1-1 0,-2 0 0,-5 3 0,10-6 0,1 0 0,0 0 0,-1 0 0,1 0 0,0-1 0,0 1 0,-1 0 0,1 0 0,0-1 0,0 1 0,-1 0 0,1-1 0,0 1 0,0 0 0,0-1 0,-1 1 0,1 0 0,0-1 0,0 1 0,0 0 0,0-1 0,0 1 0,0 0 0,0-1 0,0 1 0,0-1 0,0 1 0,0 0 0,0-1 0,0 1 0,0 0 0,0-1 0,0 1 0,0 0 0,1-1 0,-1 1 0,0 0 0,0-1 0,0 1 0,0 0 0,1-1 0,7-22 0,-8 22 0,73-176 0,181-315 0,-87 234 0,-156 240 0,-11 18 0,0 0 0,0 0 0,1 0 0,-1 0 0,0 0 0,0 0 0,0 0 0,0-1 0,0 1 0,0 0 0,0 0 0,0 0 0,0 0 0,0 0 0,0 0 0,0 0 0,0 0 0,0-1 0,0 1 0,0 0 0,0 0 0,0 0 0,0 0 0,0 0 0,0 0 0,0 0 0,0-1 0,0 1 0,0 0 0,0 0 0,0 0 0,0 0 0,0 0 0,0 0 0,0 0 0,0 0 0,0-1 0,0 1 0,0 0 0,0 0 0,-1 0 0,1 0 0,0 0 0,0 0 0,0 0 0,0 0 0,0 0 0,0 0 0,0 0 0,0 0 0,0 0 0,-1 0 0,1 0 0,0 0 0,0 0 0,0-1 0,0 1 0,0 0 0,-27 15 0,14-7 0,-102 56 0,-3-6 0,-2-5 0,-177 53 0,286-102 0,8-2 0,0-1 0,-1 0 0,1 0 0,0 0 0,0 0 0,-1-1 0,1 1 0,0-1 0,0 0 0,-7 0 0,9-1 0,1 1 0,0-1 0,0 1 0,0-1 0,-1 0 0,1 1 0,0-1 0,0 1 0,0-1 0,0 0 0,0 1 0,0-1 0,0 1 0,0-1 0,0 0 0,0 1 0,0-1 0,0 1 0,1-1 0,-1 0 0,0 1 0,0-1 0,1 1 0,-1-1 0,0 1 0,1-1 0,-1 1 0,0-1 0,1 1 0,-1 0 0,2-2 0,13-19 0,-14 20 0,42-50 0,3 1 0,2 3 0,1 2 0,3 2 0,2 2 0,91-53 0,-132 86 0,-9 5 0,0 0 0,1 0 0,-1 1 0,1 0 0,-1-1 0,1 2 0,0-1 0,0 0 0,-1 1 0,1 0 0,7-1 0,-12 3 0,0 0 0,0-1 0,0 1 0,0 0 0,-1-1 0,1 1 0,0 0 0,-1-1 0,1 1 0,0-1 0,-1 1 0,1 0 0,-1-1 0,1 1 0,-1-1 0,1 1 0,-1-1 0,1 0 0,-1 1 0,0 0 0,-40 31 0,-1-2 0,-2-1 0,-80 38 0,-148 49 0,234-101 0,-21 9 0,-93 24 0,152-51 0,10-8 0,16-11 0,44-23 0,3 3 0,1 3 0,124-47 0,-66 40 0,185-39 0,-99 44 0,-166 34 0,1 2 0,60 3 0,-111 1 0,-1 1 0,1 0 0,0 0 0,-1 0 0,1 1 0,0-1 0,-1 0 0,1 1 0,-1-1 0,1 1 0,0-1 0,-1 1 0,1 0 0,1 1 0,-3-2 0,0 1 0,0-1 0,1 0 0,-1 1 0,0-1 0,0 1 0,0-1 0,0 1 0,-1-1 0,1 1 0,0-1 0,0 0 0,0 1 0,0-1 0,0 1 0,0-1 0,-1 1 0,1-1 0,0 0 0,0 1 0,-1-1 0,1 0 0,0 1 0,-1-1 0,1 0 0,0 1 0,-1-1 0,1 0 0,0 0 0,-1 1 0,1-1 0,-1 0 0,-47 27 0,42-24 0,-91 41 0,-150 44 0,-109 9 0,321-88 0,-314 69 0,290-68 0,-1-3 0,0-3 0,-115-7 0,173 4 0,1-2 0,-1 1 0,0 0 0,0 0 0,1 0 0,-1-1 0,0 1 0,1-1 0,-1 1 0,1-1 0,-1 0 0,1 0 0,-3-1 0,3 1 0,0-1 0,1 1 0,-1 0 0,1 0 0,-1-1 0,1 1 0,0 0 0,-1-1 0,1 1 0,0 0 0,0-1 0,0 1 0,0 0 0,0-1 0,0 1 0,0-1 0,1 1 0,-1-2 0,3-7 0,-1-1 0,2 1 0,-1 0 0,1 0 0,1 0 0,0 0 0,0 1 0,1-1 0,0 2 0,1-1 0,0 1 0,0 0 0,15-13 0,-3 5 0,1 0 0,1 2 0,1 0 0,41-20 0,-9 11 0,1 3 0,1 2 0,1 2 0,75-11 0,-46 16 0,1 3 0,110 5 0,-184 4 0,4-2 0,0 2 0,0 0 0,0 1 0,0 0 0,0 2 0,-1 0 0,21 7 0,-36-10 0,0-1 0,0 0 0,-1 1 0,1-1 0,0 1 0,0-1 0,-1 1 0,1-1 0,0 1 0,-1-1 0,1 1 0,0 0 0,-1-1 0,1 1 0,-1 0 0,1 0 0,-1-1 0,1 1 0,-1 0 0,0 0 0,1 0 0,-1-1 0,0 1 0,0 0 0,0 0 0,0 1 0,0 0 0,0 0 0,-1-1 0,1 1 0,-1 0 0,1-1 0,-1 1 0,0-1 0,0 1 0,0-1 0,0 1 0,0-1 0,-2 3 0,-6 4 0,0 0 0,0 0 0,-14 8 0,19-13 0,-60 37 0,-1-2 0,-88 37 0,-148 41 0,-93 2 0,313-99 0,0-4 0,-163 9 0,231-24 0,0 1 0,0-1 0,0-1 0,-22-3 0,33 0 0,9-2 0,10-4 0,33-12 0,1 2 0,94-24 0,110-8 0,-152 34 0,0 5 0,193-1 0,-282 14 0,37 4 0,-49-4 0,1 1 0,-1-1 0,1 1 0,-1-1 0,0 1 0,1 0 0,-1 0 0,0 0 0,1 0 0,-1 1 0,0-1 0,0 1 0,0-1 0,0 1 0,2 2 0,-4-3 0,1-1 0,-1 1 0,0-1 0,0 1 0,0-1 0,1 1 0,-1-1 0,0 1 0,0 0 0,0-1 0,0 1 0,0-1 0,0 1 0,0-1 0,0 1 0,-1 0 0,1-1 0,0 1 0,0-1 0,0 1 0,0-1 0,-1 1 0,1-1 0,0 1 0,-1-1 0,1 1 0,0-1 0,-1 1 0,1-1 0,-1 0 0,1 1 0,-1-1 0,1 0 0,0 1 0,-1-1 0,1 0 0,-1 1 0,0-1 0,1 0 0,-2 0 0,-25 11 0,23-10 0,-66 20 0,0-3 0,-2-3 0,0-4 0,-83 3 0,135-13 0,1 0 0,0-2 0,0-1 0,0 0 0,-24-6 0,41 7 0,1 1 0,-1-1 0,1 1 0,0-1 0,-1 1 0,1-1 0,0 0 0,0 0 0,-1 0 0,1 0 0,0 0 0,0 0 0,0 0 0,0 0 0,0 0 0,0 0 0,1 0 0,-1-1 0,0 1 0,0 0 0,0-3 0,0 1 0,1 0 0,0 0 0,-1 0 0,1 0 0,0 0 0,0 0 0,1 0 0,-1 0 0,1 1 0,1-5 0,2-5 0,0 1 0,1 0 0,0 0 0,9-12 0,-3 8 0,1 0 0,0 1 0,1 0 0,1 1 0,0 1 0,1 0 0,0 1 0,0 1 0,1 0 0,1 1 0,0 1 0,0 0 0,20-5 0,-7 3 0,-1 2 0,1 1 0,0 1 0,1 2 0,-1 1 0,1 1 0,40 4 0,-43 0 0,0 2 0,-1 1 0,36 12 0,-50-13 0,-1 0 0,0 1 0,0 1 0,0 0 0,-1 0 0,1 1 0,-2 1 0,1 0 0,11 12 0,-19-16 0,0 0 0,0 0 0,-1 0 0,1 0 0,-1 1 0,0-1 0,-1 1 0,1-1 0,-1 1 0,0 0 0,0 0 0,0-1 0,-1 1 0,0 0 0,0 0 0,0 0 0,0 0 0,-1 0 0,0-1 0,0 1 0,0 0 0,-4 8 0,-3 10 0,-1-1 0,-2-1 0,-16 27 0,19-35 0,-26 42 0,-2-1 0,-3-2 0,-2-1 0,-2-2 0,-2-3 0,-2-1 0,-2-2 0,-67 44 0,107-81 0,4-3 0,1 1 0,-1-1 0,0 0 0,1 0 0,-2 0 0,1-1 0,0 0 0,0 0 0,-1 0 0,1-1 0,-1 1 0,-8 0 0,12-3 0,1 1 0,0-1 0,0 1 0,0-1 0,0 1 0,1-1 0,-1 1 0,0-1 0,0 0 0,0 0 0,0 1 0,1-1 0,-1 0 0,0 0 0,1 0 0,-1 0 0,1 0 0,-1 0 0,1 0 0,-1 0 0,1 0 0,0 0 0,-1 0 0,1 0 0,0 0 0,0-2 0,-4-32 0,4 32 0,0-19 0,1-1 0,1 1 0,1 0 0,1 0 0,1 0 0,1 0 0,1 1 0,1 0 0,1 0 0,1 1 0,0 0 0,1 0 0,19-23 0,-11 18 0,2 1 0,0 2 0,1 0 0,1 1 0,1 1 0,1 1 0,0 1 0,2 2 0,29-15 0,-19 14 0,1 2 0,50-14 0,-66 23 0,0 1 0,0 2 0,0 0 0,0 1 0,41 2 0,-61 0 0,-1 0 0,0 0 0,1 0 0,-1 1 0,0-1 0,1 0 0,-1 1 0,0-1 0,0 1 0,1-1 0,-1 1 0,0-1 0,0 1 0,0 0 0,0 0 0,2 0 0,-3 0 0,0-1 0,0 1 0,1 0 0,-1-1 0,0 1 0,0-1 0,0 1 0,0 0 0,1-1 0,-1 1 0,0-1 0,0 1 0,0 0 0,0-1 0,-1 1 0,1 0 0,0-1 0,0 1 0,0-1 0,0 1 0,-1 0 0,1-1 0,0 1 0,-1 0 0,-2 4 0,-1 1 0,-1-1 0,1 0 0,-1 0 0,-5 5 0,5-5 0,-46 41 0,-1-3 0,-2-2 0,-87 51 0,44-39 0,-141 56 0,236-108 0,-53 21 0,-68 18 0,107-36 0,0-1 0,0 0 0,0-1 0,0 0 0,0-2 0,-1 0 0,1 0 0,0-2 0,-24-4 0,37 5 0,0 0 0,0 0 0,0-1 0,0 1 0,1-1 0,-1 1 0,0-1 0,1 0 0,-1 0 0,1 0 0,0 0 0,-1-1 0,1 1 0,0 0 0,0-1 0,-2-4 0,1 1 0,1 0 0,-1 0 0,1 0 0,0 0 0,0-1 0,1 1 0,-1-11 0,1 1 0,1 0 0,0 0 0,2 0 0,0 0 0,7-29 0,-3 30 0,0 0 0,0 0 0,2 0 0,0 1 0,0 1 0,2-1 0,-1 1 0,2 1 0,0 0 0,0 0 0,1 1 0,0 1 0,1 0 0,0 0 0,16-7 0,-14 8 0,0 0 0,1 2 0,-1 0 0,2 1 0,-1 1 0,1 0 0,0 1 0,0 1 0,0 0 0,0 1 0,0 1 0,0 1 0,35 4 0,-48-4 0,1 1 0,0 0 0,-1 0 0,1 1 0,-1-1 0,1 1 0,-1 0 0,0 0 0,0 1 0,0-1 0,0 1 0,0 0 0,4 3 0,-7-4 0,1 0 0,-1 1 0,0-1 0,0 1 0,0-1 0,0 1 0,0-1 0,0 1 0,-1-1 0,1 1 0,-1 0 0,1-1 0,-1 1 0,0 0 0,0-1 0,-1 1 0,1 0 0,0-1 0,-1 1 0,0-1 0,1 1 0,-1-1 0,0 1 0,-2 3 0,-7 16 0,-1-1 0,-1-1 0,-1 0 0,0-1 0,-2 0 0,0-1 0,-21 20 0,-1-4 0,-2-2 0,-57 38 0,52-42 0,-91 45 0,116-65 0,-1 0 0,1-1 0,-1-2 0,-1 0 0,1 0 0,0-2 0,-40 1 0,58-4 0,0 0 0,0 0 0,0 0 0,0-1 0,-1 1 0,1 0 0,0-1 0,0 0 0,0 1 0,0-1 0,0 0 0,1 0 0,-1 0 0,0-1 0,0 1 0,0 0 0,1 0 0,-1-1 0,-2-3 0,2 3 0,1-1 0,-1 0 0,1 0 0,0 0 0,0 0 0,0 0 0,0-1 0,0 1 0,1 0 0,0 0 0,-1-6 0,2-7 0,1 1 0,0-1 0,1 1 0,6-19 0,-8 32 0,5-18 0,1 1 0,0-1 0,2 2 0,0-1 0,1 2 0,1-1 0,1 1 0,14-16 0,-6 11 0,0 2 0,2 0 0,0 2 0,1 0 0,30-17 0,-8 10 0,2 1 0,1 3 0,1 2 0,1 2 0,101-21 0,-117 31 0,0 1 0,0 2 0,0 1 0,1 1 0,63 7 0,-96-5 0,-1 0 0,1 0 0,0 0 0,0 0 0,0 1 0,-1-1 0,1 1 0,0 0 0,0-1 0,-1 1 0,1 0 0,0 0 0,-1 0 0,1 0 0,-1 0 0,0 0 0,1 1 0,-1-1 0,0 0 0,1 1 0,-1-1 0,1 3 0,-1-1 0,-1-1 0,0 1 0,0-1 0,0 1 0,0-1 0,-1 0 0,1 1 0,-1-1 0,1 1 0,-1-1 0,0 0 0,0 1 0,0-1 0,0 0 0,0 0 0,-3 4 0,-15 23 0,-1-1 0,-2-1 0,0-1 0,-1-1 0,-39 31 0,-4-3 0,-75 45 0,67-51 0,-106 49 0,142-79 0,1-2 0,-2-1 0,0-2 0,-1-2 0,-45 5 0,77-14 0,3 1 0,-1-1 0,1-1 0,0 1 0,-1-1 0,0 0 0,1 0 0,-1 0 0,1-1 0,0 0 0,-1 0 0,1 0 0,0-1 0,-6-2 0,10 2 0,0 0 0,0 1 0,0-1 0,0 0 0,1 0 0,-1 0 0,0 0 0,1 0 0,0 0 0,-1-1 0,1 1 0,0 0 0,0 0 0,0 0 0,0 0 0,1 0 0,-1 0 0,1-3 0,0 0 0,1-16 0,2 1 0,1 0 0,0 0 0,1 0 0,1 1 0,1 0 0,1 0 0,0 1 0,2 0 0,0 0 0,1 1 0,0 1 0,30-29 0,-22 26 0,0 2 0,2 0 0,0 1 0,1 2 0,0 0 0,1 1 0,1 2 0,0 0 0,0 2 0,32-8 0,-18 8 0,45-5 0,-69 12 0,-1 1 0,0 1 0,1 1 0,-1-1 0,1 2 0,22 5 0,-36-7-42,1 1-1,-1-1 0,1 0 1,-1 0-1,0 1 0,0-1 1,1 1-1,-1-1 0,0 1 1,0 0-1,1-1 0,-1 1 1,0 0-1,0 0 0,0 0 1,0 0-1,0 0 0,0 0 1,-1 0-1,1 0 0,0 0 1,0 1-1,-1-1 0,1 0 1,-1 0-1,1 1 0,-1-1 1,1 0-1,-1 1 0,0-1 1,1 2-1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7:48:07.4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1038 63 24575,'-22'14'0,"1"-1"0,-2-1 0,-32 12 0,20-8 0,-524 193 0,553-207 0,-8 3 0,18-7 0,40-9 0,42-6 0,1 4 0,0 4 0,131 4 0,-217 4 0,-1 1 0,1 0 0,0 0 0,-1 0 0,1 0 0,0 0 0,-1 0 0,1 1 0,0-1 0,-1 0 0,1 0 0,0 0 0,-1 1 0,1-1 0,0 0 0,-1 0 0,1 1 0,-1-1 0,1 1 0,-1-1 0,1 0 0,-1 1 0,1-1 0,0 2 0,-1-2 0,0 1 0,0 0 0,-1-1 0,1 1 0,0 0 0,0-1 0,0 1 0,-1 0 0,1-1 0,0 1 0,-1-1 0,1 1 0,-1-1 0,1 1 0,0-1 0,-1 1 0,1-1 0,-1 1 0,0 0 0,-38 24 0,33-21 0,-128 73 0,-281 118 0,399-188 0,11-4 0,0-1 0,-1 0 0,1 1 0,0-2 0,-1 1 0,1-1 0,-1 0 0,0 0 0,1 0 0,-12-1 0,17 0 0,-1-1 0,1 1 0,0 0 0,0-1 0,0 1 0,0 0 0,0-1 0,-1 1 0,1-1 0,0 1 0,0-1 0,0 1 0,0 0 0,0-1 0,0 1 0,0-1 0,1 1 0,-1 0 0,0-1 0,0 1 0,0-1 0,0 1 0,0 0 0,1-1 0,-1 1 0,0 0 0,0-1 0,1 1 0,-1 0 0,0-1 0,0 1 0,1 0 0,-1 0 0,1-1 0,12-14 0,8-6 0,2 0 0,0 2 0,2 0 0,0 2 0,43-22 0,-20 15 0,0 3 0,71-21 0,-78 30 0,1 1 0,0 3 0,0 2 0,1 1 0,0 2 0,-1 2 0,47 6 0,-88-5 0,0 0 0,-1 0 0,1 0 0,0 0 0,0 0 0,0 0 0,0 1 0,0-1 0,0 0 0,-1 1 0,1-1 0,0 1 0,0-1 0,0 1 0,-1-1 0,1 1 0,0-1 0,-1 1 0,1 0 0,0-1 0,-1 1 0,1 0 0,-1 0 0,1-1 0,0 3 0,-1-1 0,0-1 0,1 1 0,-1 0 0,0 0 0,0 0 0,0-1 0,-1 1 0,1 0 0,0 0 0,-1-1 0,1 1 0,-2 2 0,-2 5 0,0 0 0,0-1 0,-12 16 0,-3 0 0,-2 0 0,0-1 0,-2-1 0,0-2 0,-2 0 0,-35 22 0,-7-2 0,-96 44 0,113-62 0,-76 25 0,112-43 0,-1 0 0,1 0 0,-1-2 0,0 0 0,0-1 0,0 0 0,0-1 0,0-1 0,0 0 0,-21-5 0,28 3 0,1 0 0,-1-1 0,1 0 0,0 0 0,0 0 0,0-1 0,0 0 0,1 0 0,0-1 0,0 0 0,0 0 0,1 0 0,0-1 0,0 0 0,0 0 0,1 0 0,-5-12 0,0-2 0,1 0 0,0-1 0,2 0 0,0 0 0,-2-26 0,6 33 0,1 0 0,0-1 0,2 1 0,-1 0 0,2-1 0,0 1 0,1 0 0,1 0 0,0 0 0,10-23 0,-5 18 0,1 1 0,1 1 0,0 0 0,2 0 0,0 1 0,1 0 0,16-14 0,-4 8 0,0 1 0,1 1 0,1 2 0,1 1 0,1 1 0,1 1 0,0 2 0,0 1 0,50-13 0,-64 21 0,1 2 0,-1-1 0,1 2 0,0 1 0,0 0 0,0 1 0,20 3 0,-34-3 0,-1 1 0,1-1 0,0 1 0,0 0 0,-1 0 0,1 0 0,-1 1 0,1-1 0,-1 1 0,1 0 0,-1 0 0,0 0 0,0 1 0,0-1 0,0 1 0,-1-1 0,1 1 0,-1 0 0,1 0 0,-1 0 0,0 0 0,0 1 0,0-1 0,-1 1 0,1-1 0,-1 1 0,0-1 0,0 1 0,0 0 0,0 0 0,-1-1 0,1 1 0,-1 0 0,0 0 0,0 0 0,0-1 0,-1 1 0,0 0 0,0 4 0,-2 3 0,0 0 0,0-1 0,-1 1 0,-1-1 0,0 0 0,0 0 0,-1 0 0,0 0 0,0-1 0,-1 0 0,0-1 0,-12 11 0,6-6 0,-1-1 0,0-1 0,-1-1 0,0 0 0,0 0 0,-1-2 0,-18 8 0,30-15-85,0 1 0,-1-1-1,1 1 1,-1-1 0,0-1-1,1 1 1,-1-1 0,1 0-1,-1 0 1,0 0 0,1 0-1,-1-1 1,0 0 0,1 0-1,-7-2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7:48:46.4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434 391 24575,'-114'107'0,"114"-103"0,9-4 0,10-4 0,-8-1 0,-1 0 0,0 0 0,0-2 0,15-12 0,-17 13 0,1-1 0,-1 1 0,1 1 0,1-1 0,14-5 0,-23 14 0,-7 8 0,-14 17 0,15-20 0,0-2 0,-7 13 0,13-16 0,10-8 0,170-121 0,-11 6 0,-170 120 0,1-1 0,-1 1 0,0 0 0,1-1 0,-1 1 0,1 0 0,-1-1 0,0 1 0,1 0 0,-1-1 0,1 1 0,-1 0 0,1 0 0,-1-1 0,1 1 0,-1 0 0,1 0 0,-1 0 0,1 0 0,-1 0 0,1 0 0,-1 0 0,1 0 0,-1 0 0,1 0 0,0 0 0,-1 0 0,1 0 0,-1 0 0,1 1 0,-1-1 0,1 0 0,-1 0 0,0 1 0,1-1 0,-1 0 0,1 1 0,-1 0 0,1 1 0,-1-1 0,0 1 0,0-1 0,0 1 0,-1 0 0,1-1 0,0 1 0,-1-1 0,1 1 0,-1-1 0,0 2 0,-23 46 0,-5-5 0,-1-2 0,-3-2 0,-1 0 0,-65 56 0,84-80 0,29-22 0,28-21 0,-4-3 0,-21 13 0,-75 49 0,-105 62 0,163-93 0,0-1 0,0 0 0,0 0 0,0 0 0,0 0 0,0 0 0,0 1 0,-1-1 0,1 0 0,0 0 0,0 0 0,0 0 0,0 0 0,0 0 0,0 0 0,-1 1 0,1-1 0,0 0 0,0 0 0,0 0 0,0 0 0,0 0 0,-1 0 0,1 0 0,0 0 0,0 0 0,0 0 0,0 0 0,-1 0 0,1 0 0,0 0 0,0 0 0,0 0 0,0 0 0,-1 0 0,1 0 0,0 0 0,0 0 0,0 0 0,0 0 0,0-1 0,-1 1 0,1 0 0,0 0 0,0 0 0,0 0 0,0 0 0,0 0 0,0 0 0,0-1 0,-1 1 0,1 0 0,0 0 0,3-12 0,11-15 0,7 2 0,1 0 0,0 2 0,47-37 0,23-24 0,-92 84 0,-1 0 0,1 0 0,0 0 0,0 0 0,0 0 0,0 0 0,0 0 0,0 0 0,0 0 0,0-1 0,0 1 0,0 0 0,0 0 0,0 0 0,0 0 0,0 0 0,0 0 0,0 0 0,-1 0 0,1 0 0,0 0 0,0 0 0,0-1 0,0 1 0,0 0 0,0 0 0,0 0 0,0 0 0,0 0 0,0 0 0,0 0 0,0 0 0,0 0 0,0 0 0,0-1 0,0 1 0,1 0 0,-1 0 0,0 0 0,0 0 0,0 0 0,0 0 0,0 0 0,0 0 0,0 0 0,0 0 0,0 0 0,0 0 0,0 0 0,0-1 0,0 1 0,0 0 0,0 0 0,1 0 0,-14 5 0,-16 10 0,-11 10 0,0 2 0,-49 44 0,217-177 0,-103 88 0,1 1 0,0 1 0,52-22 0,-78 38 0,0 0 0,0 0 0,0-1 0,1 1 0,-1 0 0,0 0 0,0 0 0,0 0 0,0 0 0,0-1 0,0 1 0,0 0 0,0 0 0,1 0 0,-1 0 0,0 0 0,0 0 0,0 0 0,0 0 0,0 0 0,1-1 0,-1 1 0,0 0 0,0 0 0,0 0 0,0 0 0,1 0 0,-1 0 0,0 0 0,0 0 0,0 0 0,0 0 0,0 0 0,1 0 0,-1 0 0,0 0 0,0 0 0,0 1 0,0-1 0,1 0 0,-1 0 0,0 0 0,0 0 0,0 0 0,0 0 0,0 0 0,0 0 0,1 0 0,-1 1 0,0-1 0,0 0 0,0 0 0,0 0 0,0 0 0,0 0 0,0 1 0,0-1 0,0 0 0,0 0 0,0 0 0,-9 12 0,-18 12 0,-229 191 0,330-293 0,-31 39 0,109-112 0,-152 151 0,0 0 0,-1 0 0,1 0 0,0 0 0,-1 0 0,1 1 0,0-1 0,-1 0 0,1 0 0,0 0 0,-1-1 0,1 1 0,-1 0 0,1 0 0,0 0 0,-1 0 0,1 0 0,0 0 0,0 0 0,-1 0 0,1-1 0,0 1 0,-1 0 0,1 0 0,0 0 0,0-1 0,-1 1 0,1 0 0,0 0 0,0-1 0,-1 1 0,1 0 0,0-1 0,0 1 0,0 0 0,0-1 0,0 1 0,-1 0 0,1-1 0,0 1 0,0 0 0,0-1 0,0 1 0,0 0 0,0-1 0,0 1 0,0 0 0,0-1 0,0 1 0,0 0 0,0-1 0,1 1 0,-1 0 0,0-1 0,0 1 0,0 0 0,0-1 0,1 1 0,-1 0 0,0 0 0,0-1 0,0 1 0,1 0 0,-1 0 0,1-1 0,-39 7 0,31-5 0,-72 14 0,-101 14 0,180-29 0,0 0 0,-1 0 0,1 1 0,-1-1 0,1 0 0,0 0 0,-1 0 0,1 0 0,-1 0 0,1 0 0,-1 0 0,1 0 0,0 0 0,-1 0 0,1 0 0,-1 0 0,1-1 0,-1 1 0,1 0 0,0 0 0,-1 0 0,1 0 0,0-1 0,-1 1 0,1 0 0,0 0 0,-1-1 0,1 1 0,0 0 0,-1-1 0,1 1 0,0 0 0,0-1 0,-1 1 0,1 0 0,0-1 0,0 1 0,0-1 0,0 1 0,-1-1 0,1 1 0,0 0 0,0-1 0,0 1 0,0-1 0,0 0 0,1-2 0,0 1 0,0-1 0,0 0 0,0 1 0,0-1 0,1 1 0,-1-1 0,3-2 0,5-6 0,0 0 0,18-16 0,-25 25 0,-1 1 0,1-1 0,0 1 0,-1 0 0,1 0 0,0 0 0,0 0 0,0 0 0,0 0 0,-1 1 0,1-1 0,0 0 0,0 1 0,0 0 0,1-1 0,-1 1 0,0 0 0,0 0 0,0 0 0,2 1 0,-3-1 0,-1 0 0,1 1 0,0-1 0,-1 0 0,1 1 0,0-1 0,-1 1 0,1-1 0,-1 1 0,1-1 0,-1 1 0,1-1 0,-1 1 0,1 0 0,-1-1 0,1 1 0,-1 0 0,0-1 0,0 1 0,1 1 0,-1 0 0,1 1 0,-1-1 0,0 0 0,0 0 0,0 1 0,0-1 0,0 0 0,-1 0 0,1 1 0,-2 1 0,-2 10 0,-2 0 0,0-1 0,0 1 0,-2-2 0,1 1 0,-1-1 0,-19 21 0,-77 71 0,93-93 0,-83 74 0,89-85 0,7-9 0,7-14 0,6-1 0,0 1 0,1 0 0,2 2 0,0 0 0,1 1 0,1 0 0,1 2 0,0 0 0,2 2 0,26-16 0,-36 27 0,-13 12 0,-19 14 0,-33 19 0,-1-4 0,-2-1 0,-84 39 0,138-73 0,0-1 0,0 1 0,0-1 0,1 1 0,-1-1 0,0 0 0,0 1 0,0-1 0,0 0 0,0 0 0,0 1 0,0-1 0,0 0 0,0 0 0,0 0 0,0 0 0,0 0 0,0 0 0,0-1 0,0 1 0,0 0 0,-2-1 0,3 0 0,-1 0 0,1 1 0,0-1 0,-1 0 0,1 0 0,-1 0 0,1 1 0,0-1 0,0 0 0,0 0 0,-1 0 0,1 0 0,0 0 0,0 1 0,0-1 0,0 0 0,0 0 0,1 0 0,-1 0 0,0-1 0,3-9 0,1-1 0,10-21 0,-11 24 0,41-83 0,3 2 0,5 2 0,64-85 0,-115 172 0,0 0 0,0 0 0,0 0 0,0 0 0,0-1 0,-1 1 0,1 0 0,0 0 0,-1-1 0,1 1 0,-1-1 0,1 1 0,-1 0 0,0-1 0,0-1 0,0 2 0,0 1 0,-1 0 0,1 0 0,0-1 0,-1 1 0,1 0 0,-1 0 0,1 0 0,-1 0 0,1-1 0,-1 1 0,1 0 0,-1 0 0,1 0 0,-1 0 0,1 0 0,-1 0 0,1 0 0,-1 0 0,1 0 0,0 0 0,-1 1 0,1-1 0,-1 0 0,1 0 0,-1 0 0,1 1 0,-1-1 0,-50 26 0,43-22 0,-129 76 0,-71 38 0,190-112-1365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7:48:48.5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7:48:51.4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12 419 24575,'-6'66'0,"3"-49"0,2-1 0,0 1 0,1 18 0,0-34 0,1-1 0,-1 1 0,0-1 0,1 1 0,-1 0 0,1-1 0,-1 1 0,1-1 0,-1 1 0,1-1 0,0 1 0,-1-1 0,1 1 0,0-1 0,-1 0 0,1 1 0,0-1 0,-1 0 0,1 0 0,0 0 0,-1 1 0,1-1 0,0 0 0,0 0 0,-1 0 0,1 0 0,0 0 0,0 0 0,-1 0 0,1-1 0,1 1 0,27-4 0,-28 4 0,23-7 0,0-2 0,0 0 0,0-1 0,-1-1 0,36-24 0,-59 34 0,1 1 0,-1 0 0,1-1 0,-1 1 0,1 0 0,-1-1 0,1 1 0,-1 0 0,1-1 0,-1 1 0,1 0 0,-1 0 0,1 0 0,0-1 0,-1 1 0,1 0 0,-1 0 0,1 0 0,-1 0 0,1 0 0,0 0 0,-1 0 0,2 1 0,-5 10 0,-16 16 0,-38 23 0,37-33 0,-26 27 0,45-39 0,9-6 0,11-6 0,14-8 0,0-3 0,-2 0 0,49-39 0,43-25 0,-107 76 0,-25 18 0,-24 18 0,-70 45 0,59-45 0,-71 65 0,114-95 0,1 0 0,-1 0 0,1 1 0,-1-1 0,1 0 0,-1 0 0,1 1 0,-1-1 0,1 0 0,0 1 0,-1-1 0,1 1 0,0-1 0,-1 0 0,1 1 0,0-1 0,0 1 0,-1-1 0,1 1 0,0-1 0,0 1 0,0-1 0,0 1 0,-1-1 0,1 1 0,0-1 0,0 1 0,0-1 0,0 1 0,0 0 0,0-1 0,1 1 0,-1-1 0,0 1 0,0-1 0,0 1 0,0-1 0,1 1 0,-1-1 0,0 0 0,0 1 0,1-1 0,-1 1 0,0-1 0,1 1 0,-1-1 0,0 0 0,1 1 0,-1-1 0,1 0 0,-1 1 0,1-1 0,-1 0 0,1 0 0,-1 0 0,1 1 0,-1-1 0,1 0 0,-1 0 0,1 0 0,-1 0 0,1 0 0,-1 0 0,1 0 0,-1 0 0,1 0 0,-1 0 0,1 0 0,49 1 0,-40-2 0,140-6 0,-77 2 0,96 6 0,-168-1 0,-1 0 0,0 0 0,1 0 0,-1 0 0,1 1 0,-1-1 0,1 0 0,-1 0 0,0 0 0,1 1 0,-1-1 0,0 0 0,1 0 0,-1 1 0,0-1 0,1 0 0,-1 1 0,0-1 0,1 1 0,-1-1 0,0 0 0,0 1 0,0-1 0,1 1 0,-1-1 0,0 0 0,0 1 0,0-1 0,0 1 0,0-1 0,0 1 0,0-1 0,0 1 0,0-1 0,0 0 0,0 1 0,0-1 0,0 1 0,0-1 0,0 1 0,-1-1 0,1 0 0,0 1 0,0-1 0,-1 1 0,-9 21 0,-11 7 0,-1-1 0,-2-1 0,-1-1 0,-32 26 0,11-10 0,-67 69 0,259-230 0,40-35 0,-166 135 0,-14 12 0,1 1 0,-1 0 0,1 0 0,0 1 0,0 0 0,15-8 0,-20 15 0,-6 6 0,-6 7 0,-16 13 0,-2-1 0,-1-1 0,-1-1 0,-57 34 0,96-65 0,-1 0 0,0-2 0,0 1 0,7-9 0,8-9 0,100-89 0,191-136 0,-303 242 0,-6 3 0,1 1 0,0 0 0,-1 1 0,1-1 0,0 1 0,1 0 0,8-2 0,-15 5 0,0 0 0,1-1 0,-1 1 0,0 0 0,1 0 0,-1 0 0,0 0 0,1 0 0,-1 0 0,0 0 0,1 0 0,-1 0 0,0 0 0,1 0 0,-1 0 0,0 0 0,0 1 0,1-1 0,-1 0 0,0 0 0,1 0 0,-1 0 0,0 1 0,0-1 0,1 0 0,-1 0 0,0 0 0,0 1 0,0-1 0,1 0 0,-1 0 0,0 1 0,0-1 0,0 0 0,0 0 0,1 1 0,-1-1 0,0 0 0,0 1 0,0-1 0,0 0 0,0 1 0,0-1 0,0 0 0,0 0 0,0 1 0,0-1 0,0 0 0,0 1 0,0-1 0,0 0 0,0 1 0,0-1 0,0 0 0,-1 1 0,1-1 0,-8 20 0,-9 7 0,-2 0 0,0-1 0,-28 28 0,-76 67 0,79-80 0,-51 42 0,95-83 0,0 0 0,0 0 0,0 0 0,0 0 0,0 0 0,0 0 0,0 0 0,0 0 0,0 0 0,1 0 0,-1 0 0,0 0 0,0 0 0,0 0 0,0 0 0,0 1 0,0-1 0,0 0 0,0 0 0,0 0 0,0 0 0,0 0 0,0 0 0,0 0 0,0 0 0,0 0 0,0 0 0,0 0 0,0 0 0,1 0 0,-1 0 0,0 0 0,0 0 0,0 1 0,0-1 0,0 0 0,0 0 0,0 0 0,0 0 0,0 0 0,0 0 0,0 0 0,0 0 0,0 0 0,0 0 0,0 0 0,0 0 0,0 0 0,0 1 0,-1-1 0,1 0 0,0 0 0,0 0 0,0 0 0,0 0 0,0 0 0,13-2 0,16-6 0,50-24 0,109-64 0,-109 53 0,101-39 0,-163 78 0,-20 12 0,-24 17 0,-29 12 0,-2-1 0,-1-4 0,-100 41 0,159-73 0,0-1 0,0 1 0,0 0 0,0 0 0,0-1 0,1 1 0,-1 0 0,0 0 0,0 0 0,0-1 0,0 1 0,0 0 0,0 0 0,0-1 0,-1 1 0,1 0 0,0 0 0,0-1 0,0 1 0,0 0 0,0 0 0,0 0 0,0-1 0,0 1 0,-1 0 0,1 0 0,0 0 0,0 0 0,0-1 0,0 1 0,-1 0 0,1 0 0,0 0 0,0 0 0,0 0 0,-1-1 0,1 1 0,0 0 0,0 0 0,0 0 0,-1 0 0,1 0 0,0 0 0,0 0 0,-1 0 0,1 0 0,0 0 0,0 0 0,-1 0 0,1 0 0,0 0 0,0 0 0,0 0 0,-1 0 0,1 0 0,0 0 0,0 1 0,-1-1 0,1 0 0,0 0 0,0 0 0,13-22 0,-10 18 0,24-36 0,3 2 0,1 0 0,2 2 0,1 2 0,2 1 0,56-40 0,-86 69 0,-2 1 0,-1 0 0,1 1 0,0-1 0,0 1 0,0 0 0,0 0 0,0 1 0,6-2 0,-45 27 0,3-6 0,-1-2 0,-1-1 0,-1-2 0,0-1 0,0-1 0,-1-2 0,-1-2 0,-70 5 0,101-12 0,0 0 0,0 0 0,0 0 0,0-1 0,0 0 0,0-1 0,0 1 0,0-1 0,-9-4 0,12 4 0,0 0 0,0 0 0,0 0 0,1 0 0,-1-1 0,1 1 0,0-1 0,0 0 0,0 1 0,0-1 0,0 0 0,0 0 0,1 0 0,0 0 0,-1 0 0,1-1 0,0 1 0,-1-6 0,0-5 0,-1 0 0,2 0 0,0-1 0,0 1 0,2 0 0,0-1 0,0 1 0,1 0 0,1 0 0,0 0 0,11-26 0,-11 32 0,1 0 0,1 0 0,0 0 0,0 1 0,0-1 0,1 1 0,0 1 0,0-1 0,0 1 0,1 0 0,0 1 0,1-1 0,-1 1 0,1 1 0,0 0 0,0 0 0,0 0 0,0 1 0,1 0 0,10-2 0,-16 4 0,1 0 0,0 0 0,0 1 0,0-1 0,0 1 0,0 0 0,0 0 0,0 0 0,0 0 0,0 1 0,0-1 0,0 1 0,0 0 0,0 1 0,0-1 0,-1 1 0,6 2 0,-5-1 0,-1 0 0,0 1 0,0-1 0,0 1 0,0-1 0,-1 1 0,0 0 0,1 0 0,-1 0 0,-1 0 0,1 0 0,-1 1 0,1-1 0,-1 0 0,1 7 0,-1 1 0,1 0 0,-2 1 0,1-1 0,-2 0 0,0 0 0,0 1 0,-1-1 0,0 0 0,-1 0 0,-1 0 0,0-1 0,0 1 0,-1-1 0,-1 0 0,-8 14 0,3-9 0,0 0 0,-1-1 0,-1 0 0,0-1 0,-1 0 0,-1-1 0,0-1 0,0 0 0,-19 9 0,28-17 0,-1 0 0,0-1 0,0 0 0,0 0 0,0-1 0,0 0 0,-1 0 0,1-1 0,-14 1 0,19-2 0,-1 0 0,1 0 0,0 0 0,-1-1 0,1 1 0,0-1 0,-1 1 0,1-1 0,0 0 0,0 0 0,-1 0 0,1 0 0,0-1 0,0 1 0,0 0 0,1-1 0,-1 1 0,0-1 0,0 0 0,1 0 0,-1 1 0,1-1 0,0 0 0,-1 0 0,1-1 0,0 1 0,0 0 0,1 0 0,-1 0 0,0-1 0,1 1 0,-1 0 0,1-1 0,-1-3 0,0-10 0,1-1 0,0 1 0,1 0 0,0-1 0,1 1 0,5-17 0,32-96 0,-26 93 0,2 0 0,36-65 0,-43 87 0,1 0 0,0 1 0,2 0 0,-1 1 0,1 0 0,1 1 0,0 0 0,1 1 0,21-14 0,-31 22 0,0 0 0,1 0 0,-1 1 0,0 0 0,0-1 0,1 1 0,-1 0 0,1 1 0,-1-1 0,7 0 0,-9 2 0,1-1 0,-1 0 0,0 0 0,0 1 0,1-1 0,-1 1 0,0 0 0,0-1 0,0 1 0,0 0 0,1-1 0,-1 1 0,0 0 0,0 0 0,-1 0 0,1 0 0,0 0 0,0 0 0,0 0 0,-1 0 0,1 1 0,0-1 0,-1 0 0,1 0 0,-1 0 0,0 1 0,1-1 0,-1 0 0,0 1 0,0-1 0,0 2 0,3 17 0,-2 0 0,0 0 0,-1 0 0,-2 1 0,0-1 0,-1-1 0,0 1 0,-2 0 0,-1-1 0,-10 27 0,-3-2 0,-3-1 0,-1 0 0,-34 47 0,42-68 0,-2 0 0,0-2 0,-36 35 0,47-49 0,-1-1 0,1 1 0,-2-1 0,1-1 0,0 1 0,-1-1 0,0-1 0,0 1 0,0-1 0,0 0 0,-1-1 0,1 0 0,-1-1 0,1 0 0,-16 1 0,19-3 0,1 0 0,-1 0 0,0 0 0,0-1 0,1 1 0,-1-1 0,1 0 0,-1 0 0,1-1 0,0 0 0,0 1 0,0-1 0,0-1 0,1 1 0,-1 0 0,1-1 0,0 0 0,0 0 0,0 0 0,0 0 0,1 0 0,-1 0 0,1-1 0,0 1 0,-2-9 0,-1-3 0,1 0 0,0-1 0,1 0 0,0 1 0,2-1 0,0-20 0,1 15 0,2 0 0,0 0 0,2 0 0,0 0 0,1 1 0,14-36 0,-15 48 0,0 1 0,1 0 0,-1 0 0,2 0 0,-1 1 0,1-1 0,0 1 0,9-7 0,-11 10 0,1 0 0,-1 1 0,1 0 0,0 0 0,1 0 0,-1 1 0,0 0 0,1 0 0,-1 0 0,1 1 0,-1-1 0,1 1 0,0 1 0,7-1 0,-11 1 0,0 0 0,0 0 0,0 0 0,1 0 0,-1 1 0,0-1 0,0 0 0,0 1 0,0 0 0,0-1 0,-1 1 0,1 0 0,0 0 0,0 0 0,0 0 0,-1 1 0,1-1 0,0 0 0,-1 1 0,0-1 0,1 1 0,-1 0 0,0-1 0,1 1 0,-1 0 0,0 0 0,0-1 0,-1 1 0,1 0 0,0 0 0,-1 0 0,1 0 0,-1 0 0,1 0 0,-1 1 0,0-1 0,0 0 0,0 0 0,-1 4 0,1 2 0,-1 0 0,0 1 0,-1-1 0,0 0 0,0 0 0,-1 0 0,0 0 0,-6 13 0,-14 13-1365,0-4-5461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7:48:53.6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607 1 24575,'-251'218'0,"214"-187"0,-40 31 0,-151 131 0,243-193 0,0-1 0,22-4 0,54-9 0,-1 0 0,1 3 0,108 0 0,-194 11 0,2 0 0,0 0 0,0 1 0,0-1 0,0 1 0,0 1 0,0-1 0,0 1 0,7 3 0,-14-5 0,1 1 0,-1-1 0,0 0 0,1 1 0,-1-1 0,0 0 0,1 1 0,-1-1 0,0 0 0,0 1 0,1-1 0,-1 1 0,0-1 0,0 1 0,0-1 0,1 1 0,-1-1 0,0 1 0,0-1 0,0 1 0,0-1 0,0 1 0,0-1 0,0 1 0,0-1 0,0 0 0,0 1 0,0-1 0,-1 1 0,1-1 0,0 1 0,0-1 0,0 1 0,-1-1 0,1 1 0,0-1 0,0 0 0,-1 1 0,1-1 0,0 0 0,-1 1 0,1-1 0,0 0 0,-1 1 0,1-1 0,-1 0 0,0 1 0,-22 17 0,20-16 0,-36 21 0,-1-2 0,-1-1 0,-1-2 0,-1-2 0,0-2 0,-1-2 0,-61 10 0,75-21 0,25-4 0,19-4 0,28-8 0,1 1 0,0 3 0,1 1 0,0 2 0,0 2 0,1 3 0,53 1 0,-72 3 0,0 2 0,32 6 0,-51-8 0,1 1 0,-1 0 0,0 1 0,0-1 0,0 1 0,0 1 0,-1-1 0,1 1 0,-1 0 0,0 1 0,0-1 0,8 10 0,-13-14 0,-1 0 0,1 1 0,-1-1 0,1 1 0,-1-1 0,0 1 0,1-1 0,-1 1 0,0 0 0,0-1 0,1 1 0,-1-1 0,0 1 0,0 0 0,0-1 0,0 1 0,0-1 0,0 1 0,0 0 0,0-1 0,0 1 0,0 0 0,0-1 0,0 1 0,0-1 0,0 1 0,-1 0 0,1-1 0,0 1 0,0-1 0,-1 2 0,-1-1 0,1 1 0,-1-1 0,1 0 0,-1 0 0,1 0 0,-1 1 0,0-1 0,0-1 0,0 1 0,-2 1 0,-57 11 0,54-12 0,-65 11 0,0-4 0,0-2 0,0-4 0,-130-13 0,171 6 0,-39-11 0,61 14 0,0-1 0,0 0 0,1-1 0,-1 0 0,1 0 0,-1-1 0,2 0 0,-14-11 0,18 13 0,1 0 0,0 1 0,0-1 0,0 0 0,0-1 0,1 1 0,-1 0 0,1 0 0,0-1 0,0 1 0,0-1 0,0 1 0,1-1 0,-1 1 0,1-1 0,0 1 0,0-1 0,0 0 0,0 1 0,1-1 0,0 1 0,-1-1 0,1 1 0,0-1 0,3-4 0,3-8 0,1 0 0,0 0 0,18-25 0,-21 33 0,33-44-1365,-25 35-5461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7:50:38.2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7:50:38.4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07:50:50.9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0 245 24575,'0'294'0,"24"-335"0,10-35 0,-2 4 0,54-90 0,-156 215 0,43-29 0,-40 32 0,101-89 0,-12 18 0,0 2 0,1 1 0,1 0 0,0 2 0,1 1 0,0 1 0,48-10 0,-38 12 0,0 2 0,1 1 0,0 1 0,0 3 0,44 5 0,-70-5 0,43 8 0,-50-8 0,1 0 0,-1 0 0,0 0 0,0 0 0,0 1 0,0-1 0,0 1 0,0-1 0,0 1 0,-1 0 0,1 0 0,4 5 0,-6-5 0,0 0 0,-1 0 0,1 1 0,0-1 0,-1 0 0,1 0 0,-1 1 0,0-1 0,0 0 0,0 1 0,0-1 0,0 0 0,0 0 0,-1 1 0,1-1 0,-1 0 0,1 1 0,-1-1 0,0 0 0,-1 3 0,-2 4 0,-1-1 0,1 1 0,-10 11 0,-3 1 0,0-1 0,-2 0 0,-33 26 0,-70 46 0,97-75 0,25-16 0,0-1 0,0 0 0,-1 1 0,1-1 0,0 0 0,0 1 0,-1-1 0,1 0 0,0 0 0,-1 1 0,1-1 0,0 0 0,-1 0 0,1 1 0,-1-1 0,1 0 0,0 0 0,-1 0 0,1 0 0,-1 0 0,1 0 0,0 0 0,-1 0 0,1 0 0,-1 0 0,1 0 0,-1 0 0,1 0 0,0 0 0,-1 0 0,1 0 0,-1 0 0,1 0 0,0-1 0,-1 1 0,1 0 0,-1 0 0,1 0 0,0-1 0,-1 1 0,1 0 0,0 0 0,0-1 0,-1 1 0,1 0 0,0-1 0,-1 1 0,1-1 0,-1-2 0,1 0 0,0 1 0,0-1 0,0 0 0,0 0 0,0 0 0,0 1 0,2-5 0,15-56 0,-8 39 0,2 1 0,1 0 0,0 1 0,2 0 0,0 1 0,2 0 0,0 2 0,33-32 0,-49 51 0,1-1 0,-1 1 0,1-1 0,-1 1 0,0-1 0,1 1 0,0-1 0,-1 1 0,1-1 0,-1 1 0,1 0 0,-1-1 0,1 1 0,0 0 0,-1 0 0,1-1 0,0 1 0,-1 0 0,1 0 0,0 0 0,-1 0 0,1 0 0,0 0 0,0 0 0,0 14 0,-16 22 0,-40 51 0,23-39 0,2 2 0,-28 66 0,56-108 0,6-6 0,15-12 0,25-27 0,-42 35 0,92-85 0,39-33 0,-103 96 0,1 0 0,52-28 0,-71 45 0,1 1 0,-1 1 0,17-5 0,-23 9 0,-1-1 0,0 1 0,1 1 0,-1-1 0,1 1 0,-1-1 0,1 2 0,-1-1 0,1 1 0,9 2 0,-14-3 0,0 1 0,0 0 0,0 0 0,0-1 0,0 1 0,0 0 0,0 0 0,0 0 0,0 0 0,-1 0 0,1 0 0,-1 1 0,1-1 0,0 0 0,-1 0 0,0 0 0,1 1 0,-1-1 0,0 0 0,0 0 0,1 1 0,-1-1 0,0 0 0,0 0 0,-1 1 0,1 1 0,-5 37 0,5-36 0,-5 15 0,-1-1 0,0 1 0,-1-1 0,-1-1 0,-1 1 0,0-1 0,-20 27 0,-93 103 0,115-139 0,2-2 0,-1 1 0,-1 0 0,0 0 0,0 0 0,-11 7 0,46-55 0,31-32 0,85-79 0,-114 124 0,1 2 0,2 0 0,0 3 0,1 1 0,55-26 0,-87 47 0,0 0 0,1 0 0,-1 0 0,0 0 0,1 1 0,-1-1 0,1 1 0,-1-1 0,4 1 0,-5 0 0,-1 0 0,1 0 0,0 0 0,-1 1 0,1-1 0,-1 0 0,1 0 0,0 0 0,-1 1 0,1-1 0,-1 0 0,1 1 0,-1-1 0,1 0 0,-1 1 0,1-1 0,-1 1 0,1-1 0,-1 1 0,1-1 0,-1 1 0,0-1 0,1 2 0,0 1 0,-1-1 0,1 1 0,-1 0 0,0 0 0,0 0 0,0 0 0,-1 0 0,1 0 0,-1-1 0,1 1 0,-1 0 0,0 0 0,0-1 0,-2 6 0,-14 24 0,0-1 0,-2 0 0,-2-2 0,-33 39 0,-23 34 0,70-92 0,-4 9 0,16-16 0,12-7 0,10-7 0,0-1 0,-1-1 0,0-1 0,32-23 0,92-82 0,-5 5 0,-76 65 0,-68 49 0,-1-1 0,0 1 0,0 0 0,1 0 0,-1 0 0,0 0 0,0 0 0,1 0 0,-1 0 0,0 0 0,0 0 0,1 0 0,-1 0 0,0 0 0,0 0 0,1 0 0,-1 0 0,0 0 0,0 0 0,0 0 0,1 0 0,-1 0 0,0 0 0,0 0 0,1 1 0,-1-1 0,0 0 0,0 0 0,0 0 0,1 0 0,-1 0 0,0 1 0,0-1 0,0 0 0,0 0 0,1 0 0,-1 1 0,0-1 0,0 0 0,0 0 0,0 1 0,0-1 0,0 0 0,0 0 0,0 1 0,0-1 0,0 0 0,0 0 0,0 1 0,0-1 0,0 0 0,0 0 0,0 1 0,0-1 0,0 0 0,0 0 0,0 1 0,0-1 0,0 0 0,0 0 0,-1 0 0,1 1 0,0-1 0,-5 20 0,5-19 0,-12 31 0,-1 0 0,-1-1 0,-35 54 0,-70 85 0,81-118 0,31-44 0,-5 8 0,10-13 0,8-6 0,185-170 0,2-2 0,-156 144 0,72-54 0,-90 72 0,0 1 0,1 1 0,41-18 0,-61 29 0,1 0 0,-1-1 0,0 1 0,1 0 0,-1 0 0,1-1 0,-1 1 0,1 0 0,-1 0 0,1 0 0,-1 0 0,1 0 0,-1-1 0,1 1 0,-1 0 0,1 0 0,-1 0 0,1 1 0,-1-1 0,1 0 0,-1 0 0,1 0 0,-1 0 0,1 0 0,-1 1 0,1-1 0,-1 0 0,1 0 0,-1 1 0,0-1 0,1 0 0,-1 1 0,1-1 0,-4 19 0,-23 25 0,24-40 0,-41 61 0,-3-2 0,-3-2 0,-58 56 0,149-145 0,97-96 0,127-105 0,-235 204 0,-2 2 0,55-34 0,-83 56 0,-1 1 0,1 0 0,-1-1 0,1 1 0,-1 0 0,1-1 0,-1 1 0,1 0 0,0 0 0,-1 0 0,1 0 0,-1-1 0,1 1 0,-1 0 0,1 0 0,0 0 0,-1 0 0,1 0 0,-1 0 0,1 0 0,0 1 0,-1-1 0,1 0 0,-1 0 0,1 0 0,-1 0 0,1 1 0,-1-1 0,1 0 0,0 1 0,0 0 0,-1 0 0,1 0 0,0 0 0,-1 1 0,0-1 0,1 0 0,-1 0 0,1 0 0,-1 1 0,0-1 0,0 0 0,0 0 0,0 3 0,-6 39 0,-3-10 0,-2-1 0,-1-1 0,-1 0 0,-33 54 0,-87 110 0,54-83 0,58-82 0,-34 55 0,55-85 0,0 0 0,0 0 0,0 0 0,0 0 0,-1 0 0,1 0 0,0 0 0,0 1 0,0-1 0,0 0 0,0 0 0,0 0 0,0 0 0,0 0 0,0 0 0,0 0 0,0 1 0,0-1 0,-1 0 0,1 0 0,0 0 0,0 0 0,0 0 0,0 0 0,0 1 0,0-1 0,0 0 0,0 0 0,0 0 0,0 0 0,1 0 0,-1 1 0,0-1 0,0 0 0,0 0 0,0 0 0,0 0 0,0 0 0,0 0 0,0 1 0,0-1 0,0 0 0,0 0 0,0 0 0,1 0 0,-1 0 0,0 0 0,0 0 0,0 0 0,0 0 0,0 0 0,0 0 0,1 1 0,-1-1 0,0 0 0,0 0 0,0 0 0,0 0 0,1 0 0,11-4 0,16-11 0,78-61 0,143-134 0,-53 41 0,-192 166 0,11-10 0,1 1 0,0 1 0,23-13 0,-39 25 0,0-1 0,0 0 0,0 0 0,0 0 0,0 0 0,0 0 0,-1 0 0,1 0 0,0 0 0,0 0 0,0 0 0,0 0 0,0 0 0,0 0 0,0 0 0,0 0 0,0 1 0,0-1 0,0 0 0,0 0 0,0 0 0,0 0 0,0 0 0,0 0 0,0 0 0,0 0 0,0 0 0,0 0 0,0 0 0,0 1 0,0-1 0,0 0 0,0 0 0,0 0 0,0 0 0,0 0 0,0 0 0,1 0 0,-1 0 0,0 0 0,0 0 0,0 0 0,0 0 0,0 0 0,0 0 0,0 0 0,0 0 0,0 0 0,0 1 0,0-1 0,0 0 0,0 0 0,0 0 0,1 0 0,-1 0 0,0 0 0,0 0 0,0 0 0,0 0 0,0 0 0,-7 12 0,-13 13 0,-167 155 0,-4 5 0,81-72 0,462-398 0,-284 233 0,121-85 0,-151 113 0,0 1 0,2 2 0,49-18 0,-81 36 0,1-1 0,0 2 0,0-1 0,1 1 0,-1 1 0,0-1 0,11 1 0,-19 1 0,-1 0 0,1 0 0,-1 0 0,1 0 0,-1 0 0,1 0 0,-1 1 0,1-1 0,-1 0 0,1 0 0,-1 0 0,0 0 0,1 1 0,-1-1 0,1 0 0,-1 1 0,0-1 0,1 0 0,-1 1 0,1-1 0,-1 0 0,0 1 0,0-1 0,1 1 0,-1-1 0,0 0 0,0 1 0,1-1 0,-1 1 0,0-1 0,0 1 0,0-1 0,0 1 0,0-1 0,0 1 0,0-1 0,0 1 0,0-1 0,0 1 0,0-1 0,0 1 0,0-1 0,0 1 0,0-1 0,-1 1 0,1-1 0,0 1 0,0-1 0,0 0 0,-1 1 0,1-1 0,-1 1 0,-16 27 0,15-26 0,-51 63 0,-88 82 0,46-51 0,-98 94 0,579-512 0,-349 289 0,1-2 0,2 2 0,65-43 0,-241 175 0,60-51 0,33-21 0,-57 47 0,115-77 0,13-6 0,41-29 0,-1-2 0,80-64 0,-30 19 0,-115 83 0,3-2 0,-1 0 0,1 1 0,0-1 0,1 1 0,-1 0 0,0 1 0,8-3 0,-14 5 0,0 0 0,0 0 0,0 0 0,1 0 0,-1 0 0,0 0 0,0 0 0,0 0 0,0 0 0,1 0 0,-1 0 0,0 0 0,0 0 0,0 0 0,0 1 0,1-1 0,-1 0 0,0 0 0,0 0 0,0 0 0,0 0 0,0 0 0,1 0 0,-1 1 0,0-1 0,0 0 0,0 0 0,0 0 0,0 0 0,0 0 0,0 1 0,0-1 0,1 0 0,-1 0 0,0 0 0,0 0 0,0 1 0,0-1 0,0 0 0,0 0 0,0 0 0,0 0 0,0 1 0,-2 12 0,-8 11 0,-15 19 0,-2-1 0,-2-1 0,-35 37 0,-8 12 0,49-60 0,10-15 0,1 2 0,0-1 0,-16 33 0,35-51 0,-1 0 0,0 0 0,0-1 0,0 0 0,8-5 0,280-193 0,-232 161 0,65-38 0,-127 77 0,1 0 0,0 1 0,0-1 0,0 0 0,1 1 0,-1-1 0,0 1 0,0-1 0,0 1 0,0 0 0,0-1 0,1 1 0,-1 0 0,0 0 0,0 0 0,0 0 0,1 0 0,-1 0 0,0 0 0,2 1 0,-2-1 0,-1 1 0,0 0 0,0 0 0,0-1 0,0 1 0,1 0 0,-1 0 0,0 0 0,0-1 0,0 1 0,0 0 0,-1 0 0,1-1 0,0 1 0,0 0 0,0 0 0,-1-1 0,1 1 0,0 0 0,-1 0 0,1-1 0,-1 2 0,-30 45 0,-54 58 0,-46 62 0,246-242 0,-30 23 0,2 4 0,158-64 0,-244 112 0,-1 0 0,1-1 0,-1 1 0,0 0 0,1-1 0,0 1 0,-1 0 0,1 0 0,-1 0 0,1-1 0,-1 1 0,1 0 0,-1 0 0,1 0 0,0 0 0,-1 0 0,1 0 0,-1 0 0,1 0 0,-1 0 0,1 0 0,0 0 0,-1 1 0,1-1 0,-1 0 0,1 0 0,0 1 0,-9 12 0,-24 18 0,31-30 0,-345 335 0,332-321 0,8-9 0,0 0 0,1 0 0,-1 1 0,-7 13 0,13-20 0,0 0 0,0 0 0,0 1 0,0-1 0,0 0 0,0 0 0,0 0 0,0 0 0,0 0 0,0 1 0,0-1 0,1 0 0,-1 0 0,0 0 0,0 0 0,0 0 0,0 0 0,0 0 0,0 0 0,1 1 0,-1-1 0,0 0 0,0 0 0,0 0 0,0 0 0,0 0 0,1 0 0,-1 0 0,0 0 0,0 0 0,0 0 0,0 0 0,1 0 0,-1 0 0,0 0 0,0 0 0,0 0 0,0 0 0,1 0 0,-1 0 0,0 0 0,0-1 0,0 1 0,0 0 0,0 0 0,0 0 0,1 0 0,-1 0 0,0 0 0,0 0 0,0-1 0,0 1 0,0 0 0,0 0 0,0 0 0,13-6 0,55-34 0,-3-4 0,101-86 0,-103 77 0,2 3 0,96-56 0,-156 103 0,39-18 0,-42 20 0,0 0 0,0 0 0,0 0 0,0 1 0,0-1 0,0 1 0,0 0 0,1-1 0,-1 1 0,0 0 0,0 0 0,0 1 0,0-1 0,1 0 0,-1 1 0,0-1 0,0 1 0,2 0 0,-3 0 0,-1 0 0,1 1 0,-1-1 0,0 0 0,0 0 0,1 0 0,-1 0 0,0 1 0,0-1 0,0 0 0,0 0 0,0 0 0,0 0 0,0 1 0,-1-1 0,1 0 0,0 0 0,-1 0 0,1 0 0,-1 0 0,1 0 0,-1 0 0,1 0 0,-1 0 0,0 0 0,-1 2 0,0 0 0,-20 37 0,-2-2 0,-54 66 0,-75 59 0,249-236 0,127-117 0,-223 190 0,1 0 0,-1-1 0,0 1 0,0 0 0,1 0 0,-1-1 0,0 1 0,1 0 0,-1 0 0,0-1 0,1 1 0,-1 0 0,0 0 0,1 0 0,-1 0 0,1 0 0,-1 0 0,0-1 0,1 1 0,-1 0 0,1 0 0,-1 0 0,0 0 0,1 0 0,-1 1 0,1-1 0,-1 0 0,0 0 0,1 0 0,-1 0 0,1 0 0,-1 0 0,0 1 0,1-1 0,4 16 0,-8 21 0,-3-14 0,-1-1 0,-1 1 0,-1-1 0,0-1 0,-2 0 0,-1 0 0,-17 23 0,20-30 0,8-14 0,1 0 0,0 1 0,-1-1 0,1 0 0,0 0 0,0 1 0,-1-1 0,1 0 0,0 0 0,0 1 0,0-1 0,-1 0 0,1 1 0,0-1 0,0 0 0,0 1 0,0-1 0,0 0 0,0 1 0,-1-1 0,1 0 0,0 1 0,0-1 0,0 0 0,0 1 0,0-1 0,1 1 0,-1-1 0,0 0 0,0 1 0,0-1 0,0 0 0,0 1 0,0-1 0,0 0 0,1 1 0,-1-1 0,1 1 0,14-5 0,20-14 0,20-22 332,-40 28-898,-1 1 1,27-15-1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35:05.2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871 861 24575,'0'613'0,"0"-605"0,0 0 0,0-1 0,-1 1 0,0 0 0,-1 0 0,1-1 0,-1 1 0,-6 13 0,6-18 0,0 0 0,0 0 0,0-1 0,0 1 0,-1 0 0,1-1 0,-1 0 0,1 1 0,-1-1 0,0 0 0,0 0 0,0-1 0,0 1 0,0-1 0,0 1 0,-1-1 0,1 0 0,0 0 0,-1-1 0,1 1 0,-1-1 0,-3 1 0,-11 1 0,1-1 0,-1 0 0,0-2 0,1 0 0,-24-4 0,35 3 0,0 1 0,0-1 0,0 0 0,0-1 0,1 0 0,-1 0 0,1 0 0,-1 0 0,1-1 0,0 0 0,0 0 0,1 0 0,-1-1 0,1 1 0,0-1 0,0 0 0,1 0 0,-5-8 0,-19-46 0,1-1 0,-31-120 0,24 71 0,-46-144 0,78 246 0,0 3 0,0 1 0,0 0 0,0-1 0,0 1 0,0 0 0,-1-1 0,0 1 0,1 0 0,-6-6 0,7 9 0,0 0 0,0 0 0,0 0 0,-1 0 0,1 0 0,0 0 0,0 0 0,0 0 0,-1 0 0,1 0 0,0-1 0,0 1 0,0 0 0,-1 0 0,1 0 0,0 0 0,0 1 0,-1-1 0,1 0 0,0 0 0,0 0 0,0 0 0,-1 0 0,1 0 0,0 0 0,0 0 0,0 0 0,0 0 0,-1 1 0,1-1 0,0 0 0,0 0 0,0 0 0,0 0 0,0 1 0,-1-1 0,1 0 0,0 0 0,0 0 0,0 0 0,0 1 0,0-1 0,0 0 0,0 0 0,0 0 0,0 1 0,0-1 0,0 0 0,0 0 0,0 1 0,0-1 0,-3 14 0,3-14 0,-5 66 0,5 121 0,3-69 0,-2-106 0,-1-9 0,0-1 0,1 1 0,-1-1 0,0 1 0,0-1 0,0 0 0,-1 1 0,1-1 0,0 1 0,-1-1 0,0 0 0,0 1 0,1-1 0,-1 0 0,-1 0 0,1 1 0,0-1 0,0 0 0,-1 0 0,1-1 0,-1 1 0,-3 3 0,-11 7 0,-5 4 0,1 2 0,-23 23 0,37-35 0,0 1 0,1 0 0,0 1 0,0-1 0,1 1 0,0 0 0,0 0 0,1 0 0,0 0 0,-3 17 0,1 20 0,5-35 0,2-30 0,0 2 0,-1 23 0,-1 33 0,0-32 0,-1 75 0,3 80 0,-2-160 0,4 22 0,-4-22 0,1 0 0,-1-1 0,1 1 0,-1 0 0,1-1 0,-1 1 0,1-1 0,-1 1 0,1 0 0,-1-1 0,1 1 0,0-1 0,-1 0 0,1 1 0,0-1 0,0 1 0,-1-1 0,1 0 0,0 0 0,0 1 0,-1-1 0,1 0 0,0 0 0,1 0 0,-1 1 0,-1 0 0,1 0 0,0 0 0,0 0 0,-1 1 0,1-1 0,-1 0 0,1 0 0,-1 0 0,0 1 0,1-1 0,-1 0 0,0 0 0,0 1 0,0-1 0,0 0 0,0 3 0,0 7 0,0-15 0,0-9 0,0-1 0,1 1 0,1 0 0,0-1 0,1 1 0,0 0 0,1 1 0,0-1 0,1 1 0,1-1 0,0 1 0,1 1 0,10-16 0,-12 21 0,-3 4 0,0 0 0,0 0 0,0-1 0,0 1 0,0-1 0,-1 0 0,1 0 0,-1 1 0,0-1 0,1 0 0,-1 0 0,-1 0 0,1 0 0,0 0 0,-1 0 0,0-1 0,1 1 0,-1 0 0,-1-4 0,-1-63 0,0-42 0,3 99 0,0 0 0,1 1 0,0-1 0,1 1 0,1-1 0,7-16 0,-10 26 0,0 0 0,0 0 0,1 1 0,0-1 0,-1 1 0,1 0 0,0-1 0,0 1 0,0 0 0,0 0 0,1 0 0,-1 0 0,0 1 0,4-3 0,-5 4 0,-1 0 0,1 0 0,0-1 0,-1 1 0,1 0 0,0 0 0,-1 0 0,1 0 0,0 0 0,-1 0 0,1 0 0,0 0 0,-1 0 0,1 0 0,0 1 0,-1-1 0,1 0 0,0 0 0,-1 1 0,1-1 0,-1 0 0,1 1 0,0 0 0,1 0 0,-1 1 0,0-1 0,0 1 0,0 0 0,0-1 0,0 1 0,0 0 0,0 0 0,-1-1 0,1 1 0,-1 0 0,1 3 0,3 34 0,-3 1 0,-3 52 0,1-420 0,1 341 0,-1-1 0,-1 1 0,0 0 0,-1-1 0,0 0 0,-1 1 0,0-1 0,-1-1 0,0 1 0,-1-1 0,0 0 0,-1 0 0,0 0 0,-1-1 0,0 0 0,-1-1 0,0 0 0,0 0 0,-1-1 0,0 0 0,-15 9 0,23-16 0,1 0 0,0 0 0,-1 0 0,1-1 0,0 1 0,-1 0 0,1-1 0,-1 1 0,0-1 0,1 1 0,-1-1 0,1 0 0,-1 1 0,0-1 0,1 0 0,-1 0 0,0 0 0,1 0 0,-1-1 0,-2 1 0,3-1 0,0 0 0,0 0 0,0 0 0,0 0 0,0 0 0,0 0 0,0 0 0,0 0 0,0 0 0,0 0 0,0 0 0,1-1 0,-1 1 0,0 0 0,1 0 0,-1-1 0,1 1 0,-1-2 0,0-6 0,-1 0 0,2 0 0,-1 1 0,1-1 0,0 0 0,2-10 0,2-2 0,1 0 0,1 1 0,0 0 0,2 0 0,0 1 0,1-1 0,1 2 0,23-33 0,-7 16 0,1 2 0,2 1 0,44-37 0,-60 57 0,51-41 0,-59 49 0,0 1 0,0 0 0,0 0 0,0 1 0,0-1 0,1 1 0,-1 0 0,1 1 0,-1-1 0,1 1 0,7-1 0,-11 3 0,-1-1 0,1 0 0,0 1 0,-1-1 0,1 1 0,0 0 0,-1-1 0,1 1 0,-1 0 0,0 0 0,1 0 0,-1 0 0,1 0 0,-1 0 0,0 1 0,0-1 0,0 0 0,0 1 0,0-1 0,0 0 0,0 1 0,0-1 0,-1 1 0,1 0 0,0-1 0,-1 1 0,0 0 0,1-1 0,-1 1 0,0 0 0,0 2 0,2 8 0,-1 1 0,0-1 0,-2 14 0,1-24 0,-1 12 0,0-1 0,-1 1 0,0-1 0,-1 0 0,-1 0 0,0 0 0,-1-1 0,-6 14 0,1-9 0,0-1 0,-1 1 0,-1-2 0,-27 29 0,-1 7 0,32-39 0,-1 1 0,-1-2 0,-11 12 0,19-21 0,0 0 0,0-1 0,0 0 0,0 1 0,-1-1 0,1 0 0,0 0 0,0 0 0,-1 0 0,1-1 0,0 1 0,-1-1 0,1 1 0,-1-1 0,1 0 0,0 0 0,-1 0 0,1 0 0,-1 0 0,1-1 0,-1 1 0,1-1 0,0 1 0,-1-1 0,1 0 0,0 0 0,0 0 0,-1 0 0,1 0 0,0-1 0,0 1 0,-2-3 0,-1 0 0,-1-1 0,1 0 0,1 0 0,-1 0 0,1 0 0,0-1 0,0 0 0,0 0 0,1 0 0,-4-10 0,1-3 0,1 0 0,1-1 0,1 1 0,-2-38 0,8-83 0,0 70 0,0-54 0,-2 200 0,-3 96 0,1-169 0,1 0 0,-1 0 0,0 0 0,1 0 0,-1 0 0,-1 0 0,1 0 0,0 0 0,-1-1 0,-2 5 0,4-7 0,-1 1 0,1-1 0,0 0 0,-1 1 0,1-1 0,0 0 0,-1 1 0,1-1 0,-1 0 0,1 0 0,-1 1 0,1-1 0,0 0 0,-1 0 0,1 0 0,-1 1 0,1-1 0,-1 0 0,1 0 0,-1 0 0,1 0 0,-1 0 0,1 0 0,-1 0 0,0 0 0,0-1 0,0 0 0,0 1 0,0-1 0,0 0 0,1 1 0,-1-1 0,0 0 0,0 0 0,1 0 0,-1 0 0,0 1 0,1-1 0,-1 0 0,1 0 0,0 0 0,-1-3 0,-4-11 0,0 0 0,2-1 0,0 1 0,0-1 0,1-20 0,4-82 0,-2 111 0,1 1 0,0 0 0,1-1 0,-1 1 0,1 0 0,1-1 0,-1 1 0,1 0 0,0 1 0,4-7 0,-5 9 0,-1 1 0,1 0 0,0 0 0,0 0 0,0 0 0,0 0 0,0 0 0,0 1 0,0-1 0,1 1 0,-1-1 0,1 1 0,-1 0 0,1 0 0,-1 0 0,1 0 0,-1 1 0,1-1 0,0 1 0,0-1 0,-1 1 0,1 0 0,0 0 0,-1 0 0,1 1 0,5 0 0,-6 0 0,0-1 0,1 1 0,-1 0 0,0 0 0,0 0 0,1 0 0,-1 1 0,0-1 0,0 0 0,0 1 0,-1 0 0,1-1 0,0 1 0,0 0 0,-1 0 0,1 0 0,-1 0 0,0 0 0,0 0 0,0 0 0,0 1 0,0-1 0,0 0 0,0 1 0,-1-1 0,1 0 0,-1 1 0,0-1 0,1 1 0,-1-1 0,-1 4 0,1-3 0,0 0 0,0 1 0,-1-1 0,0 0 0,0 1 0,0-1 0,0 0 0,0 0 0,0 0 0,-1 0 0,0 0 0,0 0 0,1 0 0,-2 0 0,1-1 0,0 1 0,0-1 0,-1 1 0,1-1 0,-1 0 0,0 0 0,-4 2 0,2-2 0,-1 1 0,-1-1 0,1-1 0,0 1 0,0-1 0,-1 0 0,1 0 0,0-1 0,-1 0 0,1 0 0,-1-1 0,1 0 0,0 0 0,0 0 0,-1-1 0,1 1 0,0-2 0,0 1 0,0-1 0,1 1 0,-1-2 0,-5-3 0,0-1 0,0 0 0,1-1 0,0 0 0,1 0 0,0-1 0,0 0 0,1-1 0,0 0 0,-10-21 0,16 29 0,0 0 0,1-1 0,0 1 0,0 0 0,0 0 0,0 0 0,0-1 0,1 1 0,-1 0 0,1-1 0,0 1 0,0-1 0,0 1 0,1 0 0,-1-1 0,1 1 0,0 0 0,1-4 0,0 3 0,0 0 0,0 0 0,1 0 0,0 0 0,-1 1 0,1-1 0,1 1 0,-1 0 0,0 0 0,1 0 0,7-5 0,4 0 0,0 1 0,0 0 0,1 1 0,0 1 0,0 1 0,21-4 0,-19 4 0,-1 1 0,1 1 0,0 1 0,35 1 0,-50 0 0,0 1 0,1-1 0,-1 1 0,0-1 0,0 1 0,0 0 0,0 0 0,0 0 0,-1 0 0,1 1 0,0-1 0,0 1 0,-1 0 0,1-1 0,-1 1 0,0 0 0,1 1 0,-1-1 0,0 0 0,0 1 0,0-1 0,-1 1 0,1 0 0,-1-1 0,1 1 0,-1 0 0,0 0 0,0 0 0,0 0 0,0 0 0,-1 0 0,1 0 0,-1 0 0,0 0 0,0 0 0,0 5 0,-1-4 0,1 0 0,-1 0 0,0 0 0,0 0 0,0-1 0,-1 1 0,1 0 0,-1-1 0,0 0 0,0 1 0,0-1 0,0 0 0,-1 0 0,1 0 0,-1 0 0,0 0 0,0-1 0,0 1 0,0-1 0,0 0 0,-1 0 0,1 0 0,-1 0 0,1 0 0,-7 1 0,0 1 0,-1-1 0,0 0 0,0-1 0,0 0 0,0-1 0,0 0 0,-22-1 0,30-1 0,-1 0 0,1 0 0,-1 0 0,1 0 0,0 0 0,0-1 0,0 1 0,0-1 0,0 0 0,0 0 0,0 0 0,1 0 0,-1 0 0,0-1 0,1 1 0,0-1 0,0 0 0,0 1 0,0-1 0,0 0 0,1 0 0,-1-1 0,1 1 0,-1 0 0,1 0 0,0-4 0,-1 3 0,1 0 0,1 0 0,-1 0 0,0 0 0,1 0 0,0 0 0,0-1 0,0 1 0,0 0 0,1 0 0,-1 0 0,1 0 0,0 0 0,1 0 0,-1 0 0,1 0 0,-1 1 0,1-1 0,0 0 0,1 1 0,4-7 0,-4 8 0,1-1 0,-1 1 0,1-1 0,0 1 0,0 0 0,0 1 0,0-1 0,0 0 0,0 1 0,1 0 0,-1 0 0,9 0 0,57 0 0,-53 2 0,-3-1 0,1 1 0,0 0 0,-1 1 0,22 6 0,-33-7 0,0-1 0,-1 1 0,1 0 0,-1 0 0,1 0 0,-1 0 0,0 1 0,1-1 0,-1 0 0,0 1 0,0 0 0,0-1 0,0 1 0,0 0 0,-1 0 0,1 0 0,0 0 0,-1 1 0,1-1 0,-1 0 0,0 1 0,0-1 0,0 1 0,0-1 0,0 1 0,-1-1 0,1 1 0,-1-1 0,0 1 0,1 0 0,-1-1 0,0 1 0,-1 2 0,0-3 0,1 0 0,-1 0 0,0 0 0,0 0 0,0 0 0,-1 0 0,1-1 0,0 1 0,-1 0 0,1-1 0,-1 1 0,1-1 0,-1 0 0,0 1 0,1-1 0,-1 0 0,0 0 0,0 0 0,0 0 0,0-1 0,0 1 0,0 0 0,0-1 0,0 1 0,0-1 0,-3 0 0,-9 2 0,0 0 0,-22-1 0,34-1 0,-8 0 0,-1 0 0,0-1 0,0-1 0,1 0 0,-1 0 0,1-1 0,0-1 0,0 1 0,0-2 0,0 1 0,-16-12 0,22 13 0,-1 0 0,1-1 0,0 0 0,0 1 0,0-2 0,0 1 0,1 0 0,0-1 0,-1 1 0,2-1 0,-1 0 0,1 0 0,-1 0 0,1-1 0,1 1 0,-1 0 0,1-1 0,0 1 0,0-1 0,1 1 0,-1-1 0,1 1 0,1-1 0,0-7 0,0 6 0,0 1 0,1-1 0,0 1 0,0 0 0,0-1 0,1 1 0,-1 0 0,2 1 0,-1-1 0,1 0 0,-1 1 0,2 0 0,-1 0 0,8-7 0,-9 9 0,1 1 0,0-1 0,0 0 0,0 1 0,1 0 0,-1 0 0,0 0 0,1 1 0,0 0 0,-1-1 0,1 1 0,0 1 0,-1-1 0,1 1 0,0 0 0,0 0 0,-1 0 0,1 1 0,0-1 0,8 4 0,-11-4 0,0 0 0,0 1 0,0-1 0,-1 1 0,1 0 0,0-1 0,-1 1 0,1 0 0,0 0 0,-1 0 0,1 0 0,-1 0 0,0 0 0,1 1 0,-1-1 0,0 0 0,0 1 0,1-1 0,-1 1 0,0-1 0,-1 1 0,1 0 0,0-1 0,0 1 0,-1 0 0,1 0 0,0 3 0,-1-4 0,-1 1 0,1 0 0,-1 0 0,1 0 0,-1 0 0,1-1 0,-1 1 0,0 0 0,0 0 0,0-1 0,0 1 0,0-1 0,0 1 0,-1-1 0,1 1 0,0-1 0,-1 0 0,1 0 0,-1 1 0,1-1 0,-1 0 0,0 0 0,1-1 0,-1 1 0,0 0 0,-2 0 0,-5 2 0,1 0 0,-1-1 0,0 0 0,0-1 0,0 0 0,0 0 0,0-1 0,-13 0 0,20 0 0,0-1 0,-1 1 0,1 0 0,0 0 0,0-1 0,0 0 0,0 1 0,0-1 0,0 0 0,0 0 0,0 0 0,0 0 0,0 0 0,0 0 0,0-1 0,1 1 0,-1-1 0,1 1 0,-1-1 0,1 0 0,-1 1 0,1-1 0,0 0 0,0 0 0,0 0 0,0 0 0,0 0 0,0 0 0,1 0 0,-1 0 0,1 0 0,-1 0 0,1-1 0,0 1 0,0 0 0,0 0 0,0 0 0,0-1 0,1-2 0,0 1 0,0 0 0,0 0 0,0 0 0,0 0 0,1 1 0,-1-1 0,1 0 0,0 1 0,0-1 0,1 1 0,-1 0 0,1 0 0,-1 0 0,1 0 0,0 0 0,6-4 0,2 0 0,1 0 0,-1 1 0,21-8 0,-10 4 0,-21 10 0,-1-1 0,1 0 0,-1 0 0,1 1 0,-1-1 0,1 0 0,-1 0 0,0 0 0,1 0 0,-1 0 0,0 1 0,0-1 0,1 0 0,-1 0 0,0 0 0,0 0 0,0 0 0,0 0 0,0 0 0,0 0 0,-1 0 0,1 0 0,0 0 0,-1-1 0,1-20 0,3 15 0,1 0 0,0 1 0,0-1 0,0 1 0,1 0 0,0 0 0,0 1 0,1 0 0,-1 0 0,1 0 0,0 0 0,1 1 0,-1 0 0,1 0 0,-1 1 0,15-6 0,0 2 0,1 0 0,0 1 0,1 1 0,31-3 0,-14 3 0,1 2 0,-1 2 0,0 1 0,80 12 0,-113-10 0,0 0 0,0 0 0,0 1 0,-1 0 0,1 0 0,0 1 0,-1 0 0,9 7 0,-13-10 0,1 1 0,-1 0 0,0 0 0,0 0 0,0 0 0,0 1 0,-1-1 0,1 0 0,-1 1 0,1-1 0,-1 1 0,0 0 0,0-1 0,0 1 0,0 0 0,-1-1 0,1 1 0,-1 0 0,1 0 0,-1 0 0,0 0 0,0 0 0,-1-1 0,0 6 0,0-6 0,0 1 0,0 0 0,-1-1 0,1 0 0,-1 1 0,0-1 0,0 0 0,0 0 0,0 0 0,0 0 0,0 0 0,-1 0 0,1-1 0,0 1 0,-1-1 0,1 1 0,-1-1 0,0 0 0,1 0 0,-1 0 0,0-1 0,0 1 0,0-1 0,0 1 0,1-1 0,-6 0 0,3 0 0,1 1 0,-1-1 0,0-1 0,1 1 0,-1 0 0,0-1 0,1 0 0,-1 0 0,1-1 0,-1 1 0,1-1 0,0 0 0,-1 0 0,1 0 0,-6-5 0,6 3 0,1-1 0,-1 0 0,1 0 0,0 0 0,1 0 0,-1 0 0,1-1 0,0 1 0,0-1 0,0 1 0,1-1 0,0 0 0,-1-10 0,2 13 0,0-1 0,0 1 0,0-1 0,0 1 0,0-1 0,1 0 0,0 1 0,-1 0 0,1-1 0,0 1 0,1-1 0,-1 1 0,1 0 0,-1 0 0,1 0 0,0 0 0,0 0 0,1 0 0,-1 0 0,0 1 0,1-1 0,0 1 0,3-3 0,4 0 0,0 1 0,0 0 0,1 1 0,0 0 0,-1 0 0,1 1 0,0 0 0,0 1 0,12 1 0,102 5 0,-117-5 0,-1 1 0,0 0 0,1 0 0,-1 0 0,0 1 0,0 0 0,0 0 0,0 1 0,-1 0 0,1 0 0,11 8 0,-15-8 0,0-1 0,0 1 0,0 0 0,0 0 0,-1 0 0,1 1 0,-1-1 0,0 0 0,0 1 0,0-1 0,-1 1 0,1 0 0,-1 0 0,0 0 0,0-1 0,0 1 0,-1 0 0,1 0 0,-1 0 0,0 0 0,0 5 0,-1-6 0,1 0 0,0 0 0,-1-1 0,0 1 0,1 0 0,-1-1 0,0 1 0,0 0 0,-1-1 0,1 0 0,0 1 0,-1-1 0,0 0 0,1 1 0,-1-1 0,0 0 0,0 0 0,0-1 0,0 1 0,-1 0 0,1-1 0,0 1 0,-1-1 0,1 0 0,-1 1 0,1-1 0,-1-1 0,0 1 0,-2 0 0,-4 1 0,0 0 0,0-1 0,0 0 0,0-1 0,0 0 0,0-1 0,-15-2 0,22 2 0,1 1 0,0 0 0,-1 0 0,1-1 0,0 1 0,-1 0 0,1 0 0,0 0 0,-1 0 0,1 0 0,0 1 0,0-1 0,-1 0 0,1 1 0,0-1 0,-1 0 0,1 1 0,0 0 0,0-1 0,0 1 0,0 0 0,-1 0 0,1-1 0,0 1 0,0 0 0,-1 2 0,0 0 0,1 1 0,-1-1 0,1 1 0,0 0 0,0 0 0,0-1 0,0 7 0,1-7 0,-1 0 0,1 0 0,0 1 0,-1-1 0,0 0 0,0 0 0,0 0 0,0-1 0,0 1 0,0 0 0,-1 0 0,1-1 0,-1 1 0,0-1 0,0 1 0,0-1 0,0 0 0,0 1 0,-4 2 0,1-3 0,1 0 0,-1 0 0,0 0 0,1-1 0,-1 1 0,0-1 0,0 0 0,0-1 0,0 1 0,0-1 0,0 0 0,0 0 0,0-1 0,0 1 0,0-1 0,0 0 0,0-1 0,1 1 0,-1-1 0,0 0 0,1 0 0,-1 0 0,1-1 0,0 1 0,-5-5 0,2 1 0,0 0 0,0-1 0,0 0 0,1 0 0,0 0 0,1-1 0,0 0 0,0 0 0,0-1 0,1 1 0,1-1 0,-5-12 0,2-4 0,1-1 0,1 1 0,1-1 0,1-35 0,18 214 0,2 10 0,-17-161 0,-1-7 0,-1-13 0,1 7 0,0 27 0,0 17 0,-1 47 0,0-55 0,1-25 0,0 0 0,-1 0 0,1 0 0,0-1 0,0 1 0,0 0 0,0 0 0,0 0 0,0 0 0,0 0 0,0 0 0,0 0 0,-1 0 0,1 0 0,0 0 0,0 0 0,0 0 0,0 0 0,0 0 0,0 0 0,0 0 0,0 1 0,-1-1 0,1 0 0,0 0 0,0 0 0,0 0 0,0 0 0,0 0 0,0 0 0,0 0 0,0 0 0,0 0 0,0 0 0,0 0 0,-1 1 0,-6-25 0,-2 1 0,-19-37 0,28 60 0,0 0 0,0 1 0,0-1 0,0 0 0,0 0 0,0 0 0,0 0 0,0 0 0,0 0 0,0 0 0,0 0 0,0 0 0,0 1 0,0-1 0,0 0 0,0 0 0,0 0 0,0 0 0,-1 0 0,1 0 0,0 0 0,0 0 0,0 0 0,0 0 0,0 0 0,0 0 0,0 0 0,0 1 0,0-1 0,0 0 0,0 0 0,-1 0 0,1 0 0,0 0 0,0 0 0,0 0 0,0 0 0,0 0 0,0 0 0,0 0 0,0 0 0,0 0 0,-1 0 0,1 0 0,0 0 0,0 0 0,0 0 0,0 0 0,0 0 0,0-1 0,0 1 0,0 0 0,0 0 0,0 0 0,-1 0 0,1 0 0,0 0 0,0 0 0,0 0 0,0 0 0,0 0 0,0 0 0,0 0 0,0 0 0,0-1 0,0 1 0,0 0 0,0 0 0,-3 14 0,1 18 0,1 11 0,3 75 0,-1-105 0,1-1 0,0 0 0,1 1 0,0-1 0,0 0 0,2 0 0,5 11 0,-9-20 0,1-1 0,-1 1 0,1-1 0,-1 0 0,1 0 0,0 0 0,0 0 0,0 0 0,0 0 0,0 0 0,1 0 0,-1-1 0,0 0 0,1 1 0,-1-1 0,1 0 0,0 0 0,-1 0 0,1 0 0,0-1 0,-1 1 0,1-1 0,0 0 0,0 1 0,0-1 0,-1-1 0,1 1 0,0 0 0,0-1 0,-1 1 0,1-1 0,0 0 0,-1 0 0,4-1 0,1-1 0,-1 0 0,1 0 0,-1-1 0,0 0 0,0 0 0,-1 0 0,1-1 0,-1 0 0,0 0 0,0 0 0,-1 0 0,7-10 0,-5 2 0,1-1 0,-2 1 0,0-1 0,-1 0 0,3-16 0,-6 192 0,-4-48 0,5 192 0,-2-303 0,0-1 0,0 0 0,0 1 0,0-1 0,1 0 0,-1 1 0,1-1 0,0 0 0,0 0 0,0 0 0,0 0 0,0 0 0,0 0 0,0 0 0,1 0 0,-1 0 0,4 3 0,-4-5 0,-1 0 0,1 1 0,0-1 0,-1 0 0,1 1 0,0-1 0,-1 0 0,1 0 0,0 0 0,-1 0 0,1 0 0,0 0 0,0 0 0,-1 0 0,1 0 0,0 0 0,0 0 0,-1-1 0,1 1 0,0 0 0,1-1 0,0 0 0,0 0 0,0-1 0,0 1 0,0-1 0,-1 0 0,1 0 0,0 1 0,-1-1 0,3-4 0,3-4 0,-2-1 0,1 0 0,-1 0 0,-1-1 0,0 0 0,0 0 0,3-20 0,6-92 0,-12 104 0,4-220 0,-7 273 0,0-4 0,0-1 0,2 1 0,1-1 0,6 42 0,-6-69 0,-1 1 0,0-1 0,0 0 0,1 1 0,-1-1 0,1 0 0,-1 0 0,1 1 0,-1-1 0,1 0 0,0 0 0,-1 0 0,1 0 0,0 0 0,0 0 0,0 0 0,0 0 0,0 0 0,0 0 0,0-1 0,0 1 0,0 0 0,0-1 0,1 1 0,-1-1 0,3 2 0,-2-3 0,0 1 0,0 0 0,0-1 0,0 1 0,0-1 0,-1 0 0,1 1 0,0-1 0,0 0 0,0 0 0,-1 0 0,1-1 0,0 1 0,-1 0 0,3-3 0,5-5 0,-1-1 0,1 0 0,-2-1 0,10-15 0,-9 10 0,-5 9 0,0 0 0,1 1 0,0-1 0,0 1 0,8-9 0,-11 14 0,0 0 0,0 0 0,0 0 0,0 0 0,1 0 0,-1 0 0,0 1 0,0-1 0,1 1 0,-1-1 0,0 1 0,1-1 0,-1 1 0,1 0 0,-1-1 0,0 1 0,1 0 0,-1 0 0,1 0 0,-1 0 0,1 0 0,-1 1 0,0-1 0,1 0 0,-1 1 0,1-1 0,-1 1 0,0-1 0,1 1 0,-1-1 0,0 1 0,0 0 0,0 0 0,1 0 0,0 1 0,2 1 0,-1 0 0,1 1 0,-1-1 0,1 1 0,-1 0 0,-1 0 0,1 0 0,0 1 0,-1-1 0,0 0 0,2 7 0,11 55 0,0-3 0,-15-62 0,0 1 0,1-1 0,-1 1 0,1-1 0,0 1 0,-1-1 0,1 0 0,0 1 0,0-1 0,0 0 0,0 1 0,0-1 0,0 0 0,0 0 0,0 0 0,1 0 0,-1 0 0,0 0 0,1-1 0,1 2 0,-2-2 0,0 0 0,1 0 0,-1 0 0,0 0 0,0 0 0,1 0 0,-1-1 0,0 1 0,0 0 0,1-1 0,-1 1 0,0-1 0,0 1 0,0-1 0,0 0 0,0 1 0,0-1 0,0 0 0,1-1 0,6-6 0,0-1 0,-1 0 0,0 0 0,8-14 0,-10 14 0,13-23 0,-1-1 0,-2-1 0,19-60 0,-24 63 0,-8 58 0,-2 20 0,-1-13 0,-1 4 0,3 44 0,-1-81 0,0 0 0,0 0 0,0 1 0,0-1 0,0 0 0,0 0 0,1 0 0,-1 0 0,0 1 0,1-1 0,-1 0 0,1 0 0,-1 0 0,1 0 0,-1 0 0,1 0 0,0 0 0,1 1 0,-1-2 0,-1 0 0,1 0 0,-1 0 0,1 0 0,-1 0 0,1 0 0,0 0 0,-1 0 0,1 0 0,-1-1 0,1 1 0,-1 0 0,1 0 0,-1-1 0,1 1 0,-1 0 0,1-1 0,-1 1 0,0-1 0,1 1 0,-1 0 0,0-1 0,1 1 0,-1-1 0,1 0 0,3-6 0,0 0 0,0 0 0,0 0 0,2-9 0,5-18 0,-2-1 0,-1 0 0,-1 0 0,2-69 0,-11 146 0,2 189 0,0-230 0,0 1 0,0-1 0,0 1 0,0-1 0,0 1 0,1-1 0,-1 1 0,1-1 0,-1 1 0,1-1 0,0 0 0,-1 1 0,1-1 0,0 0 0,0 1 0,1 0 0,-1-1 0,-1-1 0,1 0 0,0 1 0,-1-1 0,1 0 0,0 0 0,0 1 0,-1-1 0,1 0 0,0 0 0,-1 0 0,1 0 0,0 0 0,-1 0 0,1 0 0,0 0 0,0-1 0,-1 1 0,1 0 0,0 0 0,-1-1 0,1 1 0,0 0 0,0-1 0,4-2 0,-1-1 0,1 1 0,-1-1 0,0 0 0,0 0 0,0-1 0,4-6 0,5-8 0,-2-1 0,12-25 0,-7 10 0,-16 34 0,0 1 0,0-1 0,1 1 0,-1-1 0,0 1 0,0-1 0,0 1 0,0 0 0,0-1 0,1 1 0,-1-1 0,0 1 0,0-1 0,1 1 0,-1 0 0,0-1 0,1 1 0,-1 0 0,0-1 0,1 1 0,-1 0 0,1 0 0,-1-1 0,0 1 0,1 0 0,-1 0 0,1 0 0,-1-1 0,1 1 0,-1 0 0,1 0 0,-1 0 0,1 0 0,0 0 0,3 17 0,-3 34 0,-1-48 0,-3 35 0,1-25 0,1-1 0,0 1 0,1 0 0,1-1 0,0 1 0,5 24 0,-5-36 0,-1 1 0,1-1 0,-1 0 0,1 1 0,0-1 0,-1 0 0,1 0 0,0 0 0,0 0 0,0 0 0,0 0 0,0 0 0,0 0 0,0 0 0,0 0 0,1 0 0,-1-1 0,0 1 0,0 0 0,1-1 0,1 1 0,0 0 0,1-1 0,-1 1 0,0-1 0,0 0 0,1 0 0,-1-1 0,0 1 0,0-1 0,5-1 0,6-2 0,1-2 0,-1 0 0,17-10 0,-23 11 0,143-76 0,-306 122 0,152-40 0,0 0 0,1-1 0,-1 1 0,0-1 0,0 0 0,0 0 0,1 0 0,-1 0 0,0 0 0,0-1 0,0 1 0,1-1 0,-1 0 0,0 1 0,1-1 0,-1-1 0,1 1 0,-1 0 0,1-1 0,-1 1 0,1-1 0,0 0 0,0 1 0,0-1 0,0 0 0,0 0 0,0-1 0,1 1 0,-1 0 0,1-1 0,-1 1 0,1-1 0,0 1 0,0-1 0,0 1 0,0-1 0,0-3 0,-5-27-63,3 0 0,0 0 0,2-1 0,5-45 0,-2 37-987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6T16:35:09.7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527 423 24575,'-1'107'0,"1"-107"0,0 1 0,0-1 0,1 1 0,-1-1 0,0 1 0,0-1 0,-1 1 0,1-1 0,0 1 0,0-1 0,0 0 0,0 1 0,0-1 0,0 1 0,-1-1 0,1 1 0,0-1 0,0 1 0,0-1 0,-1 0 0,1 1 0,0-1 0,-1 0 0,1 1 0,0-1 0,-1 0 0,1 1 0,-1-1 0,1 0 0,0 0 0,-1 1 0,1-1 0,-1 0 0,1 0 0,-2 0 0,-13-11 0,-10-29 0,-13-67 0,1 0 0,-22-15 0,-12-30 0,71 152 0,0-1 0,0 1 0,0 0 0,0 0 0,0 0 0,-1 0 0,1 0 0,0-1 0,0 1 0,0 0 0,0 0 0,0 0 0,0 0 0,0 0 0,0 0 0,-1 0 0,1 0 0,0-1 0,0 1 0,0 0 0,0 0 0,0 0 0,0 0 0,-1 0 0,1 0 0,0 0 0,0 0 0,0 0 0,0 0 0,-1 0 0,1 0 0,0 0 0,0 0 0,0 0 0,0 0 0,0 0 0,-1 0 0,1 0 0,0 0 0,0 0 0,0 0 0,0 0 0,0 0 0,-1 1 0,-7 7 0,-10 18 0,13-17 0,-136 228 0,139-234 0,1 0 0,-1 0 0,0 0 0,0 0 0,0-1 0,0 1 0,0-1 0,-1 1 0,1-1 0,-6 4 0,8-6 0,0 0 0,-1 1 0,1-1 0,-1 0 0,1 0 0,0 0 0,-1 0 0,1 0 0,-1 0 0,1 0 0,0 0 0,-1 0 0,1 0 0,-1 0 0,1 0 0,-1 0 0,1 0 0,0 0 0,-1 0 0,1-1 0,-1 1 0,1 0 0,0 0 0,-1 0 0,1-1 0,0 1 0,-1 0 0,1 0 0,-1-1 0,0-1 0,0 0 0,0 1 0,0-1 0,1 0 0,-1 1 0,0-1 0,1 0 0,-1 0 0,1 0 0,-1-3 0,1-1 0,-2-4 0,1 13 0,1 0 0,0 0 0,-1-1 0,1 1 0,-1 0 0,0-1 0,1 1 0,-1 0 0,0-1 0,-1 1 0,1-1 0,0 0 0,-4 4 0,-14 8 0,10-10 0,9-12 0,2 6 0,0 0 0,-1 0 0,1 0 0,0 0 0,0 0 0,0 0 0,1 0 0,-1 1 0,0-1 0,1 1 0,-1 0 0,1 0 0,-1 0 0,4-1 0,44-11 0,-32 9 0,14-5 0,1 2 0,0 2 0,0 1 0,64 0 0,-93 4 0,0 0 0,1 1 0,-1-1 0,0 1 0,0 1 0,-1-1 0,1 0 0,0 1 0,0 0 0,-1 0 0,1 0 0,-1 0 0,1 0 0,4 5 0,-1 0 0,-1 1 0,0 0 0,-1 0 0,8 13 0,2 6 0,-13-25 0,-1 1 0,1 0 0,-1-1 0,1 0 0,0 1 0,0-1 0,0 0 0,0 0 0,0 0 0,0 0 0,1 0 0,-1-1 0,1 1 0,-1-1 0,1 0 0,0 1 0,-1-1 0,1 0 0,0-1 0,0 1 0,0 0 0,0-1 0,0 0 0,0 1 0,0-1 0,-1 0 0,1-1 0,0 1 0,0 0 0,0-1 0,0 0 0,0 1 0,0-1 0,-1 0 0,1-1 0,0 1 0,4-3 0,-2 0 0,1 0 0,-1 0 0,0-1 0,-1 1 0,1-1 0,-1 0 0,0 0 0,0 0 0,0-1 0,-1 1 0,0-1 0,0 0 0,-1 0 0,1 0 0,-1 0 0,1-9 0,-1 1 0,0-1 0,-1 0 0,-2-18 0,-1 56 0,1-11 0,0 0 0,0 0 0,2 22 0,-1-31 0,1 0 0,-1 0 0,1 0 0,-1-1 0,1 1 0,0 0 0,0 0 0,0-1 0,1 1 0,-1-1 0,1 1 0,-1-1 0,1 0 0,0 0 0,0 1 0,0-1 0,0-1 0,0 1 0,0 0 0,0 0 0,1-1 0,-1 1 0,4 0 0,0 1 0,0-1 0,1 0 0,0-1 0,-1 0 0,1 0 0,0 0 0,-1-1 0,1 0 0,0 0 0,0-1 0,-1 0 0,1 0 0,0-1 0,-1 1 0,1-1 0,-1-1 0,0 1 0,9-6 0,-15 8 14,1-1 1,0 1-1,0-1 0,0 1 0,0-1 1,0 1-1,-1-1 0,1 1 0,0 0 0,0-1 1,0 1-1,0 0 0,0 0 0,0 0 1,0 0-1,0 0 0,0 0 0,0 0 0,0 0 1,0 0-1,0 0 0,0 1 0,1-1 1,-1 1-110,0 0 0,-1 0 0,1 0 0,0 0 1,-1 1-1,1-1 0,-1 0 0,1 0 0,-1 0 0,1 1 1,-1-1-1,0 0 0,0 0 0,0 1 0,0-1 1,0 0-1,0 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C8A5F-F071-CCCF-1B2D-9B815635E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DE104-1F75-9808-ACF0-8C395C8BF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719E2-6BFF-B4AC-82FA-D931F7828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920F-FED8-4F7E-871E-BDCA84EE94E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8B4F4-38CF-1245-A342-A92417534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82FD5-CD41-121B-4596-BB2698DE5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5FDC2-9687-4D49-9D5D-00502A74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85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D5D8A-28A5-CEB8-7F39-C1ABA4696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40870-B9A2-EF15-CEF3-221DBA9FD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FD5B7-A799-E16C-FF4C-CF4A4D522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920F-FED8-4F7E-871E-BDCA84EE94E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F05AA-FDA6-0573-0878-6E1D4D270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F447A-1117-8BDF-109E-4E54B5234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5FDC2-9687-4D49-9D5D-00502A74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6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5414C-DF73-3D2D-7F81-9C269EE43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F5E00-44D6-6DA8-C1E5-425B02614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E5A83-1EEF-7421-CD6D-3F065E5B3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920F-FED8-4F7E-871E-BDCA84EE94E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C6AC7-BECD-7453-2FB5-0A14AB6C4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5078D-8C4A-2A73-7274-E5D22645E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5FDC2-9687-4D49-9D5D-00502A74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455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FAB9B-10FF-766B-EDCA-7A8365C35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7B9A2-1623-7F64-D9CD-EFC2CFE92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20B672-62C9-CC0C-7165-37365CF00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34C28-5FBB-2FF3-0509-6C53CD84D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920F-FED8-4F7E-871E-BDCA84EE94E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3668C-4D09-CC90-ED8A-0F732B40C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66901-1467-6C01-207E-02E2572E5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5FDC2-9687-4D49-9D5D-00502A74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733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00FAF-7FAC-F0DD-A4C9-98F196727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5CBAB-7826-EB7A-54C4-6D07D1EF7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27862-D5E6-9E2A-445B-1B91555A1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85DB0E-32BE-12E1-76BD-177CF348B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DB78F7-BB2A-E64C-1079-DE565163D0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E73F61-A1F2-D1A0-684D-019C991DC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920F-FED8-4F7E-871E-BDCA84EE94E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060590-87F8-EAF3-2F0C-9534FF2F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34A14C-944F-116D-D3B4-33B3867CE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5FDC2-9687-4D49-9D5D-00502A74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60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7F16E-7AEC-B9AB-A9FB-C761C5478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91CFD4-1E00-FA5A-6342-E2F76938E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920F-FED8-4F7E-871E-BDCA84EE94E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A15262-C5D6-E27C-DA8D-BBA96BBE0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22D894-20F5-26BB-D02C-07E6DC397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5FDC2-9687-4D49-9D5D-00502A74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1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53020-4C3D-B0D3-EDC2-BA0BE6CAD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920F-FED8-4F7E-871E-BDCA84EE94E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16B02E-ADB2-4760-9DCE-F53AD96B1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D5366-25F2-6A8B-C2E2-D70605B75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5FDC2-9687-4D49-9D5D-00502A74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282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A9B6C-1A8F-9C28-992E-7D77348FA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7A0AE-E950-2AAC-A7A3-8496DC798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EC2DA0-80B1-F5E0-1CD2-6AF0C30D3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97D92-780C-7A10-0DA8-0D3E6D1A6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920F-FED8-4F7E-871E-BDCA84EE94E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571F7-6DE0-0C72-312B-BB9485F92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FF5D0-3AC2-2136-305F-FD18CD023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5FDC2-9687-4D49-9D5D-00502A74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93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76669-9921-5DE6-4CC3-23D52F156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5B577B-6BB8-F7F0-55DE-A42B0372E8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735264-A016-036A-D266-82E968513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59B1B-225F-B0D7-7F54-082D2078B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920F-FED8-4F7E-871E-BDCA84EE94E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B6BED-F62D-A377-896E-31EC8BBE4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A9AF2-51F9-93C4-AA1F-7E4C15F3C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5FDC2-9687-4D49-9D5D-00502A74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797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68C90-D164-A73B-4F6C-D33CC7CC0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A054F0-6005-D7E9-A9E7-C5F6165E8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7659C-DED5-54ED-B80B-18E791D28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920F-FED8-4F7E-871E-BDCA84EE94E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4617B-C1EA-628F-0A5D-DDDDA5FB3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B404B-E100-BC77-0BC0-E1893822D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5FDC2-9687-4D49-9D5D-00502A74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706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10B109-BC22-6C7E-49DC-09CBA31786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54DAB-C4D4-2770-965B-19487A955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A86C9-DD51-B21B-0B28-B0B509554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920F-FED8-4F7E-871E-BDCA84EE94E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F53E0-87AA-6FFC-1258-BF770ACCC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50AE2-FA75-B63C-3F58-2E838A9AE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5FDC2-9687-4D49-9D5D-00502A74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52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81BE1F-AD6E-E2F0-A311-FCCCBAE9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EBACC-F4DD-5616-087B-3060A9F13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680F6-2497-9E00-7B65-FB28BAA5A3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B3920F-FED8-4F7E-871E-BDCA84EE94E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E1433-F0F3-2791-6DFF-3D68EAF1A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573C5-E52B-47AD-0529-04411FA0E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55FDC2-9687-4D49-9D5D-00502A74E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290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0.png"/><Relationship Id="rId21" Type="http://schemas.openxmlformats.org/officeDocument/2006/relationships/image" Target="../media/image11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customXml" Target="../ink/ink23.xml"/><Relationship Id="rId50" Type="http://schemas.openxmlformats.org/officeDocument/2006/relationships/image" Target="../media/image26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6" Type="http://schemas.openxmlformats.org/officeDocument/2006/relationships/customXml" Target="../ink/ink7.xml"/><Relationship Id="rId29" Type="http://schemas.openxmlformats.org/officeDocument/2006/relationships/image" Target="../media/image15.png"/><Relationship Id="rId11" Type="http://schemas.openxmlformats.org/officeDocument/2006/relationships/image" Target="../media/image6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19.png"/><Relationship Id="rId40" Type="http://schemas.openxmlformats.org/officeDocument/2006/relationships/customXml" Target="../ink/ink19.xml"/><Relationship Id="rId45" Type="http://schemas.openxmlformats.org/officeDocument/2006/relationships/image" Target="../media/image23.png"/><Relationship Id="rId53" Type="http://schemas.openxmlformats.org/officeDocument/2006/relationships/customXml" Target="../ink/ink25.xml"/><Relationship Id="rId5" Type="http://schemas.openxmlformats.org/officeDocument/2006/relationships/image" Target="../media/image3.png"/><Relationship Id="rId10" Type="http://schemas.openxmlformats.org/officeDocument/2006/relationships/customXml" Target="../ink/ink4.xml"/><Relationship Id="rId19" Type="http://schemas.openxmlformats.org/officeDocument/2006/relationships/image" Target="../media/image10.png"/><Relationship Id="rId31" Type="http://schemas.openxmlformats.org/officeDocument/2006/relationships/image" Target="../media/image16.png"/><Relationship Id="rId44" Type="http://schemas.openxmlformats.org/officeDocument/2006/relationships/customXml" Target="../ink/ink21.xml"/><Relationship Id="rId52" Type="http://schemas.openxmlformats.org/officeDocument/2006/relationships/image" Target="../media/image27.png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4.png"/><Relationship Id="rId30" Type="http://schemas.openxmlformats.org/officeDocument/2006/relationships/customXml" Target="../ink/ink14.xml"/><Relationship Id="rId35" Type="http://schemas.openxmlformats.org/officeDocument/2006/relationships/image" Target="../media/image18.png"/><Relationship Id="rId43" Type="http://schemas.openxmlformats.org/officeDocument/2006/relationships/image" Target="../media/image22.png"/><Relationship Id="rId48" Type="http://schemas.openxmlformats.org/officeDocument/2006/relationships/image" Target="../media/image24.png"/><Relationship Id="rId8" Type="http://schemas.openxmlformats.org/officeDocument/2006/relationships/customXml" Target="../ink/ink3.xml"/><Relationship Id="rId51" Type="http://schemas.openxmlformats.org/officeDocument/2006/relationships/customXml" Target="../ink/ink24.xml"/><Relationship Id="rId3" Type="http://schemas.openxmlformats.org/officeDocument/2006/relationships/image" Target="../media/image2.jpeg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0" Type="http://schemas.openxmlformats.org/officeDocument/2006/relationships/customXml" Target="../ink/ink9.xml"/><Relationship Id="rId41" Type="http://schemas.openxmlformats.org/officeDocument/2006/relationships/image" Target="../media/image21.png"/><Relationship Id="rId54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44D964-BB4E-1545-2353-3936EF42C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A006E211-3B2E-2BC4-35B5-2757B7860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265" y="6104937"/>
            <a:ext cx="828675" cy="8123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B845D0F-45C0-31B8-6418-D2FD23993AD7}"/>
                  </a:ext>
                </a:extLst>
              </p14:cNvPr>
              <p14:cNvContentPartPr/>
              <p14:nvPr/>
            </p14:nvContentPartPr>
            <p14:xfrm>
              <a:off x="158200" y="202240"/>
              <a:ext cx="721080" cy="260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B845D0F-45C0-31B8-6418-D2FD23993A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2080" y="196120"/>
                <a:ext cx="73332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47C002E-8B42-89F7-C030-C0A639911E33}"/>
                  </a:ext>
                </a:extLst>
              </p14:cNvPr>
              <p14:cNvContentPartPr/>
              <p14:nvPr/>
            </p14:nvContentPartPr>
            <p14:xfrm>
              <a:off x="658320" y="243420"/>
              <a:ext cx="509400" cy="182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47C002E-8B42-89F7-C030-C0A639911E3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9320" y="234420"/>
                <a:ext cx="52704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CEF77EB-D0B5-7CD0-EF50-8C8E31ED2F80}"/>
                  </a:ext>
                </a:extLst>
              </p14:cNvPr>
              <p14:cNvContentPartPr/>
              <p14:nvPr/>
            </p14:nvContentPartPr>
            <p14:xfrm>
              <a:off x="92400" y="164580"/>
              <a:ext cx="352440" cy="402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CEF77EB-D0B5-7CD0-EF50-8C8E31ED2F8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400" y="155940"/>
                <a:ext cx="37008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E98B2F4-D931-F1CC-E5F1-FC15765D9C1A}"/>
                  </a:ext>
                </a:extLst>
              </p14:cNvPr>
              <p14:cNvContentPartPr/>
              <p14:nvPr/>
            </p14:nvContentPartPr>
            <p14:xfrm>
              <a:off x="167640" y="115980"/>
              <a:ext cx="649080" cy="4582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E98B2F4-D931-F1CC-E5F1-FC15765D9C1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8640" y="107340"/>
                <a:ext cx="666720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70B9A59-ABF6-AB84-40A9-830DF9134EBE}"/>
                  </a:ext>
                </a:extLst>
              </p14:cNvPr>
              <p14:cNvContentPartPr/>
              <p14:nvPr/>
            </p14:nvContentPartPr>
            <p14:xfrm>
              <a:off x="417840" y="290220"/>
              <a:ext cx="445680" cy="3106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70B9A59-ABF6-AB84-40A9-830DF9134EB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8840" y="281580"/>
                <a:ext cx="46332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A179279-99F4-5C6F-CEA2-F1CD27A6686A}"/>
                  </a:ext>
                </a:extLst>
              </p14:cNvPr>
              <p14:cNvContentPartPr/>
              <p14:nvPr/>
            </p14:nvContentPartPr>
            <p14:xfrm>
              <a:off x="571200" y="459780"/>
              <a:ext cx="111600" cy="482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A179279-99F4-5C6F-CEA2-F1CD27A6686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62200" y="451140"/>
                <a:ext cx="12924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6A3FD96-F65E-2D5C-8E97-3517CA45AEB1}"/>
                  </a:ext>
                </a:extLst>
              </p14:cNvPr>
              <p14:cNvContentPartPr/>
              <p14:nvPr/>
            </p14:nvContentPartPr>
            <p14:xfrm>
              <a:off x="790080" y="521700"/>
              <a:ext cx="79920" cy="331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6A3FD96-F65E-2D5C-8E97-3517CA45AEB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81440" y="513060"/>
                <a:ext cx="9756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2E90045-6FB5-F4C3-7CF5-75FC1140716A}"/>
                  </a:ext>
                </a:extLst>
              </p14:cNvPr>
              <p14:cNvContentPartPr/>
              <p14:nvPr/>
            </p14:nvContentPartPr>
            <p14:xfrm>
              <a:off x="609000" y="316860"/>
              <a:ext cx="366480" cy="511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2E90045-6FB5-F4C3-7CF5-75FC1140716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00000" y="307860"/>
                <a:ext cx="38412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0465B3A-272F-F592-209E-CE2168CC86BC}"/>
                  </a:ext>
                </a:extLst>
              </p14:cNvPr>
              <p14:cNvContentPartPr/>
              <p14:nvPr/>
            </p14:nvContentPartPr>
            <p14:xfrm>
              <a:off x="220560" y="110220"/>
              <a:ext cx="604800" cy="4320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0465B3A-272F-F592-209E-CE2168CC86B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1920" y="101220"/>
                <a:ext cx="622440" cy="44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B7E6895-01A8-6672-3930-3F80CB22014A}"/>
                  </a:ext>
                </a:extLst>
              </p14:cNvPr>
              <p14:cNvContentPartPr/>
              <p14:nvPr/>
            </p14:nvContentPartPr>
            <p14:xfrm>
              <a:off x="471840" y="224700"/>
              <a:ext cx="162360" cy="820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B7E6895-01A8-6672-3930-3F80CB22014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62840" y="215700"/>
                <a:ext cx="18000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5B4362F1-B070-0DBB-AECE-B7D19DCEBAB5}"/>
                  </a:ext>
                </a:extLst>
              </p14:cNvPr>
              <p14:cNvContentPartPr/>
              <p14:nvPr/>
            </p14:nvContentPartPr>
            <p14:xfrm>
              <a:off x="434400" y="308580"/>
              <a:ext cx="172080" cy="1040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5B4362F1-B070-0DBB-AECE-B7D19DCEBAB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5760" y="299580"/>
                <a:ext cx="18972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E50A8AE5-3CF9-292B-9D02-B95D5ACECF3B}"/>
                  </a:ext>
                </a:extLst>
              </p14:cNvPr>
              <p14:cNvContentPartPr/>
              <p14:nvPr/>
            </p14:nvContentPartPr>
            <p14:xfrm>
              <a:off x="858480" y="351780"/>
              <a:ext cx="623520" cy="1688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E50A8AE5-3CF9-292B-9D02-B95D5ACECF3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49480" y="343140"/>
                <a:ext cx="641160" cy="18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2A199792-43C3-45CB-7776-9B6188C69BD6}"/>
              </a:ext>
            </a:extLst>
          </p:cNvPr>
          <p:cNvGrpSpPr/>
          <p:nvPr/>
        </p:nvGrpSpPr>
        <p:grpSpPr>
          <a:xfrm>
            <a:off x="210480" y="26340"/>
            <a:ext cx="1524240" cy="807840"/>
            <a:chOff x="210480" y="26340"/>
            <a:chExt cx="1524240" cy="80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E027E5C-DCCF-FC4E-79FC-8A7D5090AA0B}"/>
                    </a:ext>
                  </a:extLst>
                </p14:cNvPr>
                <p14:cNvContentPartPr/>
                <p14:nvPr/>
              </p14:nvContentPartPr>
              <p14:xfrm>
                <a:off x="387240" y="244500"/>
                <a:ext cx="747720" cy="252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E027E5C-DCCF-FC4E-79FC-8A7D5090AA0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78240" y="235500"/>
                  <a:ext cx="7653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2A56C91-3EDF-B6E9-352D-188BA78D1581}"/>
                    </a:ext>
                  </a:extLst>
                </p14:cNvPr>
                <p14:cNvContentPartPr/>
                <p14:nvPr/>
              </p14:nvContentPartPr>
              <p14:xfrm>
                <a:off x="210480" y="315780"/>
                <a:ext cx="344520" cy="212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2A56C91-3EDF-B6E9-352D-188BA78D158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1480" y="306780"/>
                  <a:ext cx="3621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1C19DF7-651E-47CB-C029-4143038BC1DC}"/>
                    </a:ext>
                  </a:extLst>
                </p14:cNvPr>
                <p14:cNvContentPartPr/>
                <p14:nvPr/>
              </p14:nvContentPartPr>
              <p14:xfrm>
                <a:off x="646800" y="70980"/>
                <a:ext cx="694080" cy="579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1C19DF7-651E-47CB-C029-4143038BC1D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37800" y="61980"/>
                  <a:ext cx="711720" cy="5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DE3044A-BC85-B14D-FA11-136E1CBEE5CD}"/>
                    </a:ext>
                  </a:extLst>
                </p14:cNvPr>
                <p14:cNvContentPartPr/>
                <p14:nvPr/>
              </p14:nvContentPartPr>
              <p14:xfrm>
                <a:off x="472200" y="346740"/>
                <a:ext cx="373680" cy="297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DE3044A-BC85-B14D-FA11-136E1CBEE5C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3200" y="338100"/>
                  <a:ext cx="39132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C0B5F62-3AEA-0BAE-2ADC-0D0D92F908A2}"/>
                    </a:ext>
                  </a:extLst>
                </p14:cNvPr>
                <p14:cNvContentPartPr/>
                <p14:nvPr/>
              </p14:nvContentPartPr>
              <p14:xfrm>
                <a:off x="773520" y="205980"/>
                <a:ext cx="294120" cy="230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C0B5F62-3AEA-0BAE-2ADC-0D0D92F908A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64880" y="196980"/>
                  <a:ext cx="3117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57B0A7D-CB21-2131-AC92-7513089A8FDE}"/>
                    </a:ext>
                  </a:extLst>
                </p14:cNvPr>
                <p14:cNvContentPartPr/>
                <p14:nvPr/>
              </p14:nvContentPartPr>
              <p14:xfrm>
                <a:off x="956040" y="254940"/>
                <a:ext cx="36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57B0A7D-CB21-2131-AC92-7513089A8FD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47400" y="2463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BDD3DC9-228D-A00C-2F21-29C61CC6C7EE}"/>
                    </a:ext>
                  </a:extLst>
                </p14:cNvPr>
                <p14:cNvContentPartPr/>
                <p14:nvPr/>
              </p14:nvContentPartPr>
              <p14:xfrm>
                <a:off x="952080" y="104460"/>
                <a:ext cx="462600" cy="376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BDD3DC9-228D-A00C-2F21-29C61CC6C7E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43440" y="95460"/>
                  <a:ext cx="48024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9F657A9-F27B-712A-C43B-923843AFF752}"/>
                    </a:ext>
                  </a:extLst>
                </p14:cNvPr>
                <p14:cNvContentPartPr/>
                <p14:nvPr/>
              </p14:nvContentPartPr>
              <p14:xfrm>
                <a:off x="937680" y="26340"/>
                <a:ext cx="286200" cy="254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9F657A9-F27B-712A-C43B-923843AFF75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29040" y="17700"/>
                  <a:ext cx="3038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C4223F5-159B-D9AF-0E9B-D896EF47EFDC}"/>
                    </a:ext>
                  </a:extLst>
                </p14:cNvPr>
                <p14:cNvContentPartPr/>
                <p14:nvPr/>
              </p14:nvContentPartPr>
              <p14:xfrm>
                <a:off x="629210" y="373548"/>
                <a:ext cx="360" cy="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C4223F5-159B-D9AF-0E9B-D896EF47EFD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6210" y="31054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562D105-4BB7-3C9B-26ED-C3D3031EC56A}"/>
                    </a:ext>
                  </a:extLst>
                </p14:cNvPr>
                <p14:cNvContentPartPr/>
                <p14:nvPr/>
              </p14:nvContentPartPr>
              <p14:xfrm>
                <a:off x="629210" y="373548"/>
                <a:ext cx="360" cy="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562D105-4BB7-3C9B-26ED-C3D3031EC56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6210" y="310548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044F0A0-1BCF-A0D8-D21B-A83F19D5BDAD}"/>
                    </a:ext>
                  </a:extLst>
                </p14:cNvPr>
                <p14:cNvContentPartPr/>
                <p14:nvPr/>
              </p14:nvContentPartPr>
              <p14:xfrm>
                <a:off x="247560" y="580380"/>
                <a:ext cx="1487160" cy="253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044F0A0-1BCF-A0D8-D21B-A83F19D5BDA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84560" y="517380"/>
                  <a:ext cx="1612800" cy="3794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6" name="Picture 5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1F52AF9C-DF52-B86A-F90B-91B3DDBAED61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9" y="165399"/>
            <a:ext cx="745351" cy="685242"/>
          </a:xfrm>
          <a:prstGeom prst="rect">
            <a:avLst/>
          </a:prstGeom>
        </p:spPr>
      </p:pic>
      <p:pic>
        <p:nvPicPr>
          <p:cNvPr id="9" name="Picture 8" descr="A white background with red text&#10;&#10;AI-generated content may be incorrect.">
            <a:extLst>
              <a:ext uri="{FF2B5EF4-FFF2-40B4-BE49-F238E27FC236}">
                <a16:creationId xmlns:a16="http://schemas.microsoft.com/office/drawing/2014/main" id="{5057232A-4F1C-E932-E1BC-A930D474B4C8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4"/>
          <a:stretch>
            <a:fillRect/>
          </a:stretch>
        </p:blipFill>
        <p:spPr>
          <a:xfrm>
            <a:off x="1149360" y="38848"/>
            <a:ext cx="1157334" cy="96354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ABAB46A-5825-7E49-4546-88CAB49BEB0E}"/>
                  </a:ext>
                </a:extLst>
              </p14:cNvPr>
              <p14:cNvContentPartPr/>
              <p14:nvPr/>
            </p14:nvContentPartPr>
            <p14:xfrm>
              <a:off x="2196080" y="360760"/>
              <a:ext cx="716040" cy="6606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ABAB46A-5825-7E49-4546-88CAB49BEB0E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133080" y="298120"/>
                <a:ext cx="841680" cy="78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CFF2418-2D21-C828-4E36-9F9DFA0E0C0D}"/>
                  </a:ext>
                </a:extLst>
              </p14:cNvPr>
              <p14:cNvContentPartPr/>
              <p14:nvPr/>
            </p14:nvContentPartPr>
            <p14:xfrm>
              <a:off x="2563640" y="680800"/>
              <a:ext cx="293400" cy="1954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CFF2418-2D21-C828-4E36-9F9DFA0E0C0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501000" y="618160"/>
                <a:ext cx="419040" cy="32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4587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Toaa Emad Eldin</dc:creator>
  <cp:lastModifiedBy>Toaa Emad Eldin</cp:lastModifiedBy>
  <cp:revision>5</cp:revision>
  <dcterms:created xsi:type="dcterms:W3CDTF">2026-08-06T07:34:17Z</dcterms:created>
  <dcterms:modified xsi:type="dcterms:W3CDTF">2026-08-06T16:36:37Z</dcterms:modified>
</cp:coreProperties>
</file>